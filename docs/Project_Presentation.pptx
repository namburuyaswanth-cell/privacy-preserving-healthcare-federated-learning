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68" r:id="rId5"/>
    <p:sldId id="259" r:id="rId6"/>
    <p:sldId id="292" r:id="rId7"/>
    <p:sldId id="265" r:id="rId8"/>
    <p:sldId id="291" r:id="rId9"/>
    <p:sldId id="290" r:id="rId10"/>
    <p:sldId id="271" r:id="rId11"/>
    <p:sldId id="266" r:id="rId12"/>
    <p:sldId id="293" r:id="rId13"/>
    <p:sldId id="267" r:id="rId14"/>
    <p:sldId id="294" r:id="rId15"/>
    <p:sldId id="264" r:id="rId16"/>
    <p:sldId id="295" r:id="rId17"/>
    <p:sldId id="296" r:id="rId18"/>
    <p:sldId id="297" r:id="rId19"/>
    <p:sldId id="287" r:id="rId20"/>
    <p:sldId id="262" r:id="rId21"/>
    <p:sldId id="298" r:id="rId22"/>
    <p:sldId id="299" r:id="rId23"/>
    <p:sldId id="300" r:id="rId24"/>
    <p:sldId id="301" r:id="rId25"/>
    <p:sldId id="275" r:id="rId26"/>
  </p:sldIdLst>
  <p:sldSz cx="12344400" cy="70389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D5"/>
    <a:srgbClr val="F6F5D6"/>
    <a:srgbClr val="F0F0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4" d="100"/>
          <a:sy n="74" d="100"/>
        </p:scale>
        <p:origin x="91"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722920" y="1143000"/>
            <a:ext cx="5412159"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722313" y="1143000"/>
            <a:ext cx="5413375" cy="30861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52926" y="-4888"/>
            <a:ext cx="5077598" cy="7043864"/>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65006" y="1416487"/>
            <a:ext cx="8681805" cy="2685238"/>
          </a:xfrm>
        </p:spPr>
        <p:txBody>
          <a:bodyPr anchor="b">
            <a:normAutofit/>
          </a:bodyPr>
          <a:lstStyle>
            <a:lvl1pPr algn="r">
              <a:defRPr sz="6075">
                <a:effectLst/>
              </a:defRPr>
            </a:lvl1pPr>
          </a:lstStyle>
          <a:p>
            <a:r>
              <a:rPr lang="en-US"/>
              <a:t>Click to edit Master title style</a:t>
            </a:r>
            <a:endParaRPr lang="en-US" dirty="0"/>
          </a:p>
        </p:txBody>
      </p:sp>
      <p:sp>
        <p:nvSpPr>
          <p:cNvPr id="3" name="Subtitle 2"/>
          <p:cNvSpPr>
            <a:spLocks noGrp="1"/>
          </p:cNvSpPr>
          <p:nvPr>
            <p:ph type="subTitle" idx="1"/>
          </p:nvPr>
        </p:nvSpPr>
        <p:spPr>
          <a:xfrm>
            <a:off x="4571820" y="4101724"/>
            <a:ext cx="7074991" cy="1425176"/>
          </a:xfrm>
        </p:spPr>
        <p:txBody>
          <a:bodyPr anchor="t">
            <a:normAutofit/>
          </a:bodyPr>
          <a:lstStyle>
            <a:lvl1pPr marL="0" indent="0" algn="r">
              <a:buNone/>
              <a:defRPr sz="2125">
                <a:solidFill>
                  <a:schemeClr val="tx1"/>
                </a:solidFill>
              </a:defRPr>
            </a:lvl1pPr>
            <a:lvl2pPr marL="462915" indent="0" algn="ctr">
              <a:buNone/>
              <a:defRPr>
                <a:solidFill>
                  <a:schemeClr val="tx1">
                    <a:tint val="75000"/>
                  </a:schemeClr>
                </a:solidFill>
              </a:defRPr>
            </a:lvl2pPr>
            <a:lvl3pPr marL="925830" indent="0" algn="ctr">
              <a:buNone/>
              <a:defRPr>
                <a:solidFill>
                  <a:schemeClr val="tx1">
                    <a:tint val="75000"/>
                  </a:schemeClr>
                </a:solidFill>
              </a:defRPr>
            </a:lvl3pPr>
            <a:lvl4pPr marL="1388745" indent="0" algn="ctr">
              <a:buNone/>
              <a:defRPr>
                <a:solidFill>
                  <a:schemeClr val="tx1">
                    <a:tint val="75000"/>
                  </a:schemeClr>
                </a:solidFill>
              </a:defRPr>
            </a:lvl4pPr>
            <a:lvl5pPr marL="1851660" indent="0" algn="ctr">
              <a:buNone/>
              <a:defRPr>
                <a:solidFill>
                  <a:schemeClr val="tx1">
                    <a:tint val="75000"/>
                  </a:schemeClr>
                </a:solidFill>
              </a:defRPr>
            </a:lvl5pPr>
            <a:lvl6pPr marL="2314575" indent="0" algn="ctr">
              <a:buNone/>
              <a:defRPr>
                <a:solidFill>
                  <a:schemeClr val="tx1">
                    <a:tint val="75000"/>
                  </a:schemeClr>
                </a:solidFill>
              </a:defRPr>
            </a:lvl6pPr>
            <a:lvl7pPr marL="2777490" indent="0" algn="ctr">
              <a:buNone/>
              <a:defRPr>
                <a:solidFill>
                  <a:schemeClr val="tx1">
                    <a:tint val="75000"/>
                  </a:schemeClr>
                </a:solidFill>
              </a:defRPr>
            </a:lvl7pPr>
            <a:lvl8pPr marL="3240405" indent="0" algn="ctr">
              <a:buNone/>
              <a:defRPr>
                <a:solidFill>
                  <a:schemeClr val="tx1">
                    <a:tint val="75000"/>
                  </a:schemeClr>
                </a:solidFill>
              </a:defRPr>
            </a:lvl8pPr>
            <a:lvl9pPr marL="37033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575099-B3AD-44D7-919B-BCB6DC3E7F21}" type="datetimeFigureOut">
              <a:rPr lang="en-US" smtClean="0"/>
            </a:fld>
            <a:endParaRPr lang="en-US" dirty="0"/>
          </a:p>
        </p:txBody>
      </p:sp>
      <p:sp>
        <p:nvSpPr>
          <p:cNvPr id="5" name="Footer Placeholder 4"/>
          <p:cNvSpPr>
            <a:spLocks noGrp="1"/>
          </p:cNvSpPr>
          <p:nvPr>
            <p:ph type="ftr" sz="quarter" idx="11"/>
          </p:nvPr>
        </p:nvSpPr>
        <p:spPr>
          <a:xfrm>
            <a:off x="5399067" y="6038529"/>
            <a:ext cx="4378095" cy="374760"/>
          </a:xfrm>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11088755" y="6021959"/>
            <a:ext cx="558057" cy="374760"/>
          </a:xfrm>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4433" y="2737378"/>
            <a:ext cx="9042381" cy="2166073"/>
          </a:xfrm>
        </p:spPr>
        <p:txBody>
          <a:bodyPr anchor="b"/>
          <a:lstStyle>
            <a:lvl1pPr algn="r">
              <a:defRPr sz="4050" b="0" cap="none"/>
            </a:lvl1pPr>
          </a:lstStyle>
          <a:p>
            <a:r>
              <a:rPr lang="en-US"/>
              <a:t>Click to edit Master title style</a:t>
            </a:r>
            <a:endParaRPr lang="en-US" dirty="0"/>
          </a:p>
        </p:txBody>
      </p:sp>
      <p:sp>
        <p:nvSpPr>
          <p:cNvPr id="3" name="Text Placeholder 2"/>
          <p:cNvSpPr>
            <a:spLocks noGrp="1"/>
          </p:cNvSpPr>
          <p:nvPr>
            <p:ph type="body" idx="1"/>
          </p:nvPr>
        </p:nvSpPr>
        <p:spPr>
          <a:xfrm>
            <a:off x="2604432" y="4903451"/>
            <a:ext cx="9042382" cy="883105"/>
          </a:xfrm>
        </p:spPr>
        <p:txBody>
          <a:bodyPr anchor="t">
            <a:normAutofit/>
          </a:bodyPr>
          <a:lstStyle>
            <a:lvl1pPr marL="0" indent="0" algn="r">
              <a:buNone/>
              <a:defRPr sz="2025">
                <a:solidFill>
                  <a:schemeClr val="tx1"/>
                </a:solidFill>
              </a:defRPr>
            </a:lvl1pPr>
            <a:lvl2pPr marL="462915" indent="0">
              <a:buNone/>
              <a:defRPr sz="1825">
                <a:solidFill>
                  <a:schemeClr val="tx1">
                    <a:tint val="75000"/>
                  </a:schemeClr>
                </a:solidFill>
              </a:defRPr>
            </a:lvl2pPr>
            <a:lvl3pPr marL="925830" indent="0">
              <a:buNone/>
              <a:defRPr sz="1620">
                <a:solidFill>
                  <a:schemeClr val="tx1">
                    <a:tint val="75000"/>
                  </a:schemeClr>
                </a:solidFill>
              </a:defRPr>
            </a:lvl3pPr>
            <a:lvl4pPr marL="1388745" indent="0">
              <a:buNone/>
              <a:defRPr sz="1420">
                <a:solidFill>
                  <a:schemeClr val="tx1">
                    <a:tint val="75000"/>
                  </a:schemeClr>
                </a:solidFill>
              </a:defRPr>
            </a:lvl4pPr>
            <a:lvl5pPr marL="1851660" indent="0">
              <a:buNone/>
              <a:defRPr sz="1420">
                <a:solidFill>
                  <a:schemeClr val="tx1">
                    <a:tint val="75000"/>
                  </a:schemeClr>
                </a:solidFill>
              </a:defRPr>
            </a:lvl5pPr>
            <a:lvl6pPr marL="2314575" indent="0">
              <a:buNone/>
              <a:defRPr sz="1420">
                <a:solidFill>
                  <a:schemeClr val="tx1">
                    <a:tint val="75000"/>
                  </a:schemeClr>
                </a:solidFill>
              </a:defRPr>
            </a:lvl6pPr>
            <a:lvl7pPr marL="2777490" indent="0">
              <a:buNone/>
              <a:defRPr sz="1420">
                <a:solidFill>
                  <a:schemeClr val="tx1">
                    <a:tint val="75000"/>
                  </a:schemeClr>
                </a:solidFill>
              </a:defRPr>
            </a:lvl7pPr>
            <a:lvl8pPr marL="3240405" indent="0">
              <a:buNone/>
              <a:defRPr sz="1420">
                <a:solidFill>
                  <a:schemeClr val="tx1">
                    <a:tint val="75000"/>
                  </a:schemeClr>
                </a:solidFill>
              </a:defRPr>
            </a:lvl8pPr>
            <a:lvl9pPr marL="3703320" indent="0">
              <a:buNone/>
              <a:defRPr sz="14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54F54BA-4BC6-480F-839C-951A49B248A9}"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02865" y="703898"/>
            <a:ext cx="10143947" cy="179884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02867" y="2737379"/>
            <a:ext cx="4956243" cy="3206645"/>
          </a:xfrm>
        </p:spPr>
        <p:txBody>
          <a:bodyPr>
            <a:normAutofit/>
          </a:bodyPr>
          <a:lstStyle>
            <a:lvl1pPr>
              <a:defRPr sz="1825"/>
            </a:lvl1pPr>
            <a:lvl2pPr>
              <a:defRPr sz="1620"/>
            </a:lvl2pPr>
            <a:lvl3pPr>
              <a:defRPr sz="1420"/>
            </a:lvl3pPr>
            <a:lvl4pPr>
              <a:defRPr sz="1215"/>
            </a:lvl4pPr>
            <a:lvl5pPr>
              <a:defRPr sz="1215"/>
            </a:lvl5pPr>
            <a:lvl6pPr>
              <a:defRPr sz="1215"/>
            </a:lvl6pPr>
            <a:lvl7pPr>
              <a:defRPr sz="1215"/>
            </a:lvl7pPr>
            <a:lvl8pPr>
              <a:defRPr sz="1215"/>
            </a:lvl8pPr>
            <a:lvl9pPr>
              <a:defRPr sz="121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90567" y="2737379"/>
            <a:ext cx="4956244" cy="3206644"/>
          </a:xfrm>
        </p:spPr>
        <p:txBody>
          <a:bodyPr>
            <a:normAutofit/>
          </a:bodyPr>
          <a:lstStyle>
            <a:lvl1pPr>
              <a:defRPr sz="1825"/>
            </a:lvl1pPr>
            <a:lvl2pPr>
              <a:defRPr sz="1620"/>
            </a:lvl2pPr>
            <a:lvl3pPr>
              <a:defRPr sz="1420"/>
            </a:lvl3pPr>
            <a:lvl4pPr>
              <a:defRPr sz="1215"/>
            </a:lvl4pPr>
            <a:lvl5pPr>
              <a:defRPr sz="1215"/>
            </a:lvl5pPr>
            <a:lvl6pPr>
              <a:defRPr sz="1215"/>
            </a:lvl6pPr>
            <a:lvl7pPr>
              <a:defRPr sz="1215"/>
            </a:lvl7pPr>
            <a:lvl8pPr>
              <a:defRPr sz="1215"/>
            </a:lvl8pPr>
            <a:lvl9pPr>
              <a:defRPr sz="121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CD438618-DEE5-47CF-A8B2-A9E090D503CD}" type="datetimeFigureOut">
              <a:rPr lang="en-US" smtClean="0"/>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94331" y="2728689"/>
            <a:ext cx="4664778" cy="591469"/>
          </a:xfrm>
        </p:spPr>
        <p:txBody>
          <a:bodyPr anchor="b">
            <a:noAutofit/>
          </a:bodyPr>
          <a:lstStyle>
            <a:lvl1pPr marL="0" indent="0">
              <a:buNone/>
              <a:defRPr sz="2835" b="0">
                <a:solidFill>
                  <a:schemeClr val="accent1">
                    <a:lumMod val="75000"/>
                  </a:schemeClr>
                </a:solidFill>
              </a:defRPr>
            </a:lvl1pPr>
            <a:lvl2pPr marL="462915" indent="0">
              <a:buNone/>
              <a:defRPr sz="2025" b="1"/>
            </a:lvl2pPr>
            <a:lvl3pPr marL="925830" indent="0">
              <a:buNone/>
              <a:defRPr sz="1825" b="1"/>
            </a:lvl3pPr>
            <a:lvl4pPr marL="1388745" indent="0">
              <a:buNone/>
              <a:defRPr sz="1620" b="1"/>
            </a:lvl4pPr>
            <a:lvl5pPr marL="1851660" indent="0">
              <a:buNone/>
              <a:defRPr sz="1620" b="1"/>
            </a:lvl5pPr>
            <a:lvl6pPr marL="2314575" indent="0">
              <a:buNone/>
              <a:defRPr sz="1620" b="1"/>
            </a:lvl6pPr>
            <a:lvl7pPr marL="2777490" indent="0">
              <a:buNone/>
              <a:defRPr sz="1620" b="1"/>
            </a:lvl7pPr>
            <a:lvl8pPr marL="3240405" indent="0">
              <a:buNone/>
              <a:defRPr sz="1620" b="1"/>
            </a:lvl8pPr>
            <a:lvl9pPr marL="3703320" indent="0">
              <a:buNone/>
              <a:defRPr sz="1620" b="1"/>
            </a:lvl9pPr>
          </a:lstStyle>
          <a:p>
            <a:pPr lvl="0"/>
            <a:r>
              <a:rPr lang="en-US"/>
              <a:t>Click to edit Master text styles</a:t>
            </a:r>
            <a:endParaRPr lang="en-US"/>
          </a:p>
        </p:txBody>
      </p:sp>
      <p:sp>
        <p:nvSpPr>
          <p:cNvPr id="4" name="Content Placeholder 3"/>
          <p:cNvSpPr>
            <a:spLocks noGrp="1"/>
          </p:cNvSpPr>
          <p:nvPr>
            <p:ph sz="half" idx="2"/>
          </p:nvPr>
        </p:nvSpPr>
        <p:spPr>
          <a:xfrm>
            <a:off x="1502865" y="3423353"/>
            <a:ext cx="4956244" cy="2520669"/>
          </a:xfrm>
        </p:spPr>
        <p:txBody>
          <a:bodyPr anchor="t">
            <a:normAutofit/>
          </a:bodyPr>
          <a:lstStyle>
            <a:lvl1pPr>
              <a:defRPr sz="1825"/>
            </a:lvl1pPr>
            <a:lvl2pPr>
              <a:defRPr sz="1620"/>
            </a:lvl2pPr>
            <a:lvl3pPr>
              <a:defRPr sz="1420"/>
            </a:lvl3pPr>
            <a:lvl4pPr>
              <a:defRPr sz="1215"/>
            </a:lvl4pPr>
            <a:lvl5pPr>
              <a:defRPr sz="1215"/>
            </a:lvl5pPr>
            <a:lvl6pPr>
              <a:defRPr sz="1215"/>
            </a:lvl6pPr>
            <a:lvl7pPr>
              <a:defRPr sz="1215"/>
            </a:lvl7pPr>
            <a:lvl8pPr>
              <a:defRPr sz="1215"/>
            </a:lvl8pPr>
            <a:lvl9pPr>
              <a:defRPr sz="121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966493" y="2737379"/>
            <a:ext cx="4680319" cy="591469"/>
          </a:xfrm>
        </p:spPr>
        <p:txBody>
          <a:bodyPr anchor="b">
            <a:noAutofit/>
          </a:bodyPr>
          <a:lstStyle>
            <a:lvl1pPr marL="0" indent="0">
              <a:buNone/>
              <a:defRPr sz="2835" b="0">
                <a:solidFill>
                  <a:schemeClr val="accent1">
                    <a:lumMod val="75000"/>
                  </a:schemeClr>
                </a:solidFill>
              </a:defRPr>
            </a:lvl1pPr>
            <a:lvl2pPr marL="462915" indent="0">
              <a:buNone/>
              <a:defRPr sz="2025" b="1"/>
            </a:lvl2pPr>
            <a:lvl3pPr marL="925830" indent="0">
              <a:buNone/>
              <a:defRPr sz="1825" b="1"/>
            </a:lvl3pPr>
            <a:lvl4pPr marL="1388745" indent="0">
              <a:buNone/>
              <a:defRPr sz="1620" b="1"/>
            </a:lvl4pPr>
            <a:lvl5pPr marL="1851660" indent="0">
              <a:buNone/>
              <a:defRPr sz="1620" b="1"/>
            </a:lvl5pPr>
            <a:lvl6pPr marL="2314575" indent="0">
              <a:buNone/>
              <a:defRPr sz="1620" b="1"/>
            </a:lvl6pPr>
            <a:lvl7pPr marL="2777490" indent="0">
              <a:buNone/>
              <a:defRPr sz="1620" b="1"/>
            </a:lvl7pPr>
            <a:lvl8pPr marL="3240405" indent="0">
              <a:buNone/>
              <a:defRPr sz="1620" b="1"/>
            </a:lvl8pPr>
            <a:lvl9pPr marL="3703320" indent="0">
              <a:buNone/>
              <a:defRPr sz="1620" b="1"/>
            </a:lvl9pPr>
          </a:lstStyle>
          <a:p>
            <a:pPr lvl="0"/>
            <a:r>
              <a:rPr lang="en-US"/>
              <a:t>Click to edit Master text styles</a:t>
            </a:r>
            <a:endParaRPr lang="en-US"/>
          </a:p>
        </p:txBody>
      </p:sp>
      <p:sp>
        <p:nvSpPr>
          <p:cNvPr id="6" name="Content Placeholder 5"/>
          <p:cNvSpPr>
            <a:spLocks noGrp="1"/>
          </p:cNvSpPr>
          <p:nvPr>
            <p:ph sz="quarter" idx="4"/>
          </p:nvPr>
        </p:nvSpPr>
        <p:spPr>
          <a:xfrm>
            <a:off x="6690567" y="3423353"/>
            <a:ext cx="4956244" cy="2520669"/>
          </a:xfrm>
        </p:spPr>
        <p:txBody>
          <a:bodyPr anchor="t">
            <a:normAutofit/>
          </a:bodyPr>
          <a:lstStyle>
            <a:lvl1pPr>
              <a:defRPr sz="1825"/>
            </a:lvl1pPr>
            <a:lvl2pPr>
              <a:defRPr sz="1620"/>
            </a:lvl2pPr>
            <a:lvl3pPr>
              <a:defRPr sz="1420"/>
            </a:lvl3pPr>
            <a:lvl4pPr>
              <a:defRPr sz="1215"/>
            </a:lvl4pPr>
            <a:lvl5pPr>
              <a:defRPr sz="1215"/>
            </a:lvl5pPr>
            <a:lvl6pPr>
              <a:defRPr sz="1215"/>
            </a:lvl6pPr>
            <a:lvl7pPr>
              <a:defRPr sz="1215"/>
            </a:lvl7pPr>
            <a:lvl8pPr>
              <a:defRPr sz="1215"/>
            </a:lvl8pPr>
            <a:lvl9pPr>
              <a:defRPr sz="121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D438618-DEE5-47CF-A8B2-A9E090D503CD}" type="datetimeFigureOut">
              <a:rPr lang="en-US" smtClean="0"/>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C67E51-34D6-4E3D-8F41-CC63EA446EDD}" type="datetimeFigureOut">
              <a:rPr lang="en-US" smtClean="0"/>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49E550-CE3F-497F-B953-7DE0932F91C0}" type="datetimeFigureOut">
              <a:rPr lang="en-US" smtClean="0"/>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02866" y="1642428"/>
            <a:ext cx="3593485" cy="1407795"/>
          </a:xfrm>
        </p:spPr>
        <p:txBody>
          <a:bodyPr anchor="b">
            <a:normAutofit/>
          </a:bodyPr>
          <a:lstStyle>
            <a:lvl1pPr algn="ctr">
              <a:defRPr sz="2430" b="0"/>
            </a:lvl1pPr>
          </a:lstStyle>
          <a:p>
            <a:r>
              <a:rPr lang="en-US"/>
              <a:t>Click to edit Master title style</a:t>
            </a:r>
            <a:endParaRPr lang="en-US" dirty="0"/>
          </a:p>
        </p:txBody>
      </p:sp>
      <p:sp>
        <p:nvSpPr>
          <p:cNvPr id="3" name="Content Placeholder 2"/>
          <p:cNvSpPr>
            <a:spLocks noGrp="1"/>
          </p:cNvSpPr>
          <p:nvPr>
            <p:ph idx="1"/>
          </p:nvPr>
        </p:nvSpPr>
        <p:spPr>
          <a:xfrm>
            <a:off x="5327809" y="703897"/>
            <a:ext cx="6319002" cy="5240127"/>
          </a:xfrm>
        </p:spPr>
        <p:txBody>
          <a:bodyPr anchor="ctr">
            <a:normAutofit/>
          </a:bodyPr>
          <a:lstStyle>
            <a:lvl1pPr>
              <a:defRPr sz="2025"/>
            </a:lvl1pPr>
            <a:lvl2pPr>
              <a:defRPr sz="1825"/>
            </a:lvl2pPr>
            <a:lvl3pPr>
              <a:defRPr sz="1620"/>
            </a:lvl3pPr>
            <a:lvl4pPr>
              <a:defRPr sz="1420"/>
            </a:lvl4pPr>
            <a:lvl5pPr>
              <a:defRPr sz="1420"/>
            </a:lvl5pPr>
            <a:lvl6pPr>
              <a:defRPr sz="1420"/>
            </a:lvl6pPr>
            <a:lvl7pPr>
              <a:defRPr sz="1420"/>
            </a:lvl7pPr>
            <a:lvl8pPr>
              <a:defRPr sz="1420"/>
            </a:lvl8pPr>
            <a:lvl9pPr>
              <a:defRPr sz="142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502866" y="3050223"/>
            <a:ext cx="3593485" cy="1877060"/>
          </a:xfrm>
        </p:spPr>
        <p:txBody>
          <a:bodyPr>
            <a:normAutofit/>
          </a:bodyPr>
          <a:lstStyle>
            <a:lvl1pPr marL="0" indent="0" algn="ctr">
              <a:buNone/>
              <a:defRPr sz="1620"/>
            </a:lvl1pPr>
            <a:lvl2pPr marL="462915" indent="0">
              <a:buNone/>
              <a:defRPr sz="1215"/>
            </a:lvl2pPr>
            <a:lvl3pPr marL="925830" indent="0">
              <a:buNone/>
              <a:defRPr sz="1015"/>
            </a:lvl3pPr>
            <a:lvl4pPr marL="1388745" indent="0">
              <a:buNone/>
              <a:defRPr sz="910"/>
            </a:lvl4pPr>
            <a:lvl5pPr marL="1851660" indent="0">
              <a:buNone/>
              <a:defRPr sz="910"/>
            </a:lvl5pPr>
            <a:lvl6pPr marL="2314575" indent="0">
              <a:buNone/>
              <a:defRPr sz="910"/>
            </a:lvl6pPr>
            <a:lvl7pPr marL="2777490" indent="0">
              <a:buNone/>
              <a:defRPr sz="910"/>
            </a:lvl7pPr>
            <a:lvl8pPr marL="3240405" indent="0">
              <a:buNone/>
              <a:defRPr sz="910"/>
            </a:lvl8pPr>
            <a:lvl9pPr marL="3703320" indent="0">
              <a:buNone/>
              <a:defRPr sz="91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D438618-DEE5-47CF-A8B2-A9E090D503CD}" type="datetimeFigureOut">
              <a:rPr lang="en-US" smtClean="0"/>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01258" y="1798848"/>
            <a:ext cx="5493985" cy="1407795"/>
          </a:xfrm>
        </p:spPr>
        <p:txBody>
          <a:bodyPr anchor="b">
            <a:normAutofit/>
          </a:bodyPr>
          <a:lstStyle>
            <a:lvl1pPr algn="ctr">
              <a:defRPr sz="2835"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689616" y="938530"/>
            <a:ext cx="3321986" cy="469265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20"/>
            </a:lvl1pPr>
            <a:lvl2pPr marL="462915" indent="0">
              <a:buNone/>
              <a:defRPr sz="1620"/>
            </a:lvl2pPr>
            <a:lvl3pPr marL="925830" indent="0">
              <a:buNone/>
              <a:defRPr sz="1620"/>
            </a:lvl3pPr>
            <a:lvl4pPr marL="1388745" indent="0">
              <a:buNone/>
              <a:defRPr sz="1620"/>
            </a:lvl4pPr>
            <a:lvl5pPr marL="1851660" indent="0">
              <a:buNone/>
              <a:defRPr sz="1620"/>
            </a:lvl5pPr>
            <a:lvl6pPr marL="2314575" indent="0">
              <a:buNone/>
              <a:defRPr sz="1620"/>
            </a:lvl6pPr>
            <a:lvl7pPr marL="2777490" indent="0">
              <a:buNone/>
              <a:defRPr sz="1620"/>
            </a:lvl7pPr>
            <a:lvl8pPr marL="3240405" indent="0">
              <a:buNone/>
              <a:defRPr sz="1620"/>
            </a:lvl8pPr>
            <a:lvl9pPr marL="3703320" indent="0">
              <a:buNone/>
              <a:defRPr sz="1620"/>
            </a:lvl9pPr>
          </a:lstStyle>
          <a:p>
            <a:r>
              <a:rPr lang="en-US"/>
              <a:t>Click icon to add picture</a:t>
            </a:r>
            <a:endParaRPr lang="en-US" dirty="0"/>
          </a:p>
        </p:txBody>
      </p:sp>
      <p:sp>
        <p:nvSpPr>
          <p:cNvPr id="4" name="Text Placeholder 3"/>
          <p:cNvSpPr>
            <a:spLocks noGrp="1"/>
          </p:cNvSpPr>
          <p:nvPr>
            <p:ph type="body" sz="half" idx="2"/>
          </p:nvPr>
        </p:nvSpPr>
        <p:spPr>
          <a:xfrm>
            <a:off x="1501258" y="3206643"/>
            <a:ext cx="5493985" cy="1877060"/>
          </a:xfrm>
        </p:spPr>
        <p:txBody>
          <a:bodyPr>
            <a:normAutofit/>
          </a:bodyPr>
          <a:lstStyle>
            <a:lvl1pPr marL="0" indent="0" algn="ctr">
              <a:buNone/>
              <a:defRPr sz="1825"/>
            </a:lvl1pPr>
            <a:lvl2pPr marL="462915" indent="0">
              <a:buNone/>
              <a:defRPr sz="1215"/>
            </a:lvl2pPr>
            <a:lvl3pPr marL="925830" indent="0">
              <a:buNone/>
              <a:defRPr sz="1015"/>
            </a:lvl3pPr>
            <a:lvl4pPr marL="1388745" indent="0">
              <a:buNone/>
              <a:defRPr sz="910"/>
            </a:lvl4pPr>
            <a:lvl5pPr marL="1851660" indent="0">
              <a:buNone/>
              <a:defRPr sz="910"/>
            </a:lvl5pPr>
            <a:lvl6pPr marL="2314575" indent="0">
              <a:buNone/>
              <a:defRPr sz="910"/>
            </a:lvl6pPr>
            <a:lvl7pPr marL="2777490" indent="0">
              <a:buNone/>
              <a:defRPr sz="910"/>
            </a:lvl7pPr>
            <a:lvl8pPr marL="3240405" indent="0">
              <a:buNone/>
              <a:defRPr sz="910"/>
            </a:lvl8pPr>
            <a:lvl9pPr marL="3703320" indent="0">
              <a:buNone/>
              <a:defRPr sz="91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D438618-DEE5-47CF-A8B2-A9E090D503CD}" type="datetimeFigureOut">
              <a:rPr lang="en-US" smtClean="0"/>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02865" y="4857760"/>
            <a:ext cx="10143945" cy="581694"/>
          </a:xfrm>
        </p:spPr>
        <p:txBody>
          <a:bodyPr anchor="b">
            <a:normAutofit/>
          </a:bodyPr>
          <a:lstStyle>
            <a:lvl1pPr algn="ctr">
              <a:defRPr sz="243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415837" y="956710"/>
            <a:ext cx="8328768" cy="324849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20"/>
            </a:lvl1pPr>
            <a:lvl2pPr marL="462915" indent="0">
              <a:buNone/>
              <a:defRPr sz="1620"/>
            </a:lvl2pPr>
            <a:lvl3pPr marL="925830" indent="0">
              <a:buNone/>
              <a:defRPr sz="1620"/>
            </a:lvl3pPr>
            <a:lvl4pPr marL="1388745" indent="0">
              <a:buNone/>
              <a:defRPr sz="1620"/>
            </a:lvl4pPr>
            <a:lvl5pPr marL="1851660" indent="0">
              <a:buNone/>
              <a:defRPr sz="1620"/>
            </a:lvl5pPr>
            <a:lvl6pPr marL="2314575" indent="0">
              <a:buNone/>
              <a:defRPr sz="1620"/>
            </a:lvl6pPr>
            <a:lvl7pPr marL="2777490" indent="0">
              <a:buNone/>
              <a:defRPr sz="1620"/>
            </a:lvl7pPr>
            <a:lvl8pPr marL="3240405" indent="0">
              <a:buNone/>
              <a:defRPr sz="1620"/>
            </a:lvl8pPr>
            <a:lvl9pPr marL="3703320" indent="0">
              <a:buNone/>
              <a:defRPr sz="1620"/>
            </a:lvl9pPr>
          </a:lstStyle>
          <a:p>
            <a:r>
              <a:rPr lang="en-US"/>
              <a:t>Click icon to add picture</a:t>
            </a:r>
            <a:endParaRPr lang="en-US" dirty="0"/>
          </a:p>
        </p:txBody>
      </p:sp>
      <p:sp>
        <p:nvSpPr>
          <p:cNvPr id="4" name="Text Placeholder 3"/>
          <p:cNvSpPr>
            <a:spLocks noGrp="1"/>
          </p:cNvSpPr>
          <p:nvPr>
            <p:ph type="body" sz="half" idx="2"/>
          </p:nvPr>
        </p:nvSpPr>
        <p:spPr>
          <a:xfrm>
            <a:off x="1502865" y="5439453"/>
            <a:ext cx="10143945" cy="506741"/>
          </a:xfrm>
        </p:spPr>
        <p:txBody>
          <a:bodyPr>
            <a:normAutofit/>
          </a:bodyPr>
          <a:lstStyle>
            <a:lvl1pPr marL="0" indent="0" algn="ctr">
              <a:buNone/>
              <a:defRPr sz="1420"/>
            </a:lvl1pPr>
            <a:lvl2pPr marL="462915" indent="0">
              <a:buNone/>
              <a:defRPr sz="1215"/>
            </a:lvl2pPr>
            <a:lvl3pPr marL="925830" indent="0">
              <a:buNone/>
              <a:defRPr sz="1015"/>
            </a:lvl3pPr>
            <a:lvl4pPr marL="1388745" indent="0">
              <a:buNone/>
              <a:defRPr sz="910"/>
            </a:lvl4pPr>
            <a:lvl5pPr marL="1851660" indent="0">
              <a:buNone/>
              <a:defRPr sz="910"/>
            </a:lvl5pPr>
            <a:lvl6pPr marL="2314575" indent="0">
              <a:buNone/>
              <a:defRPr sz="910"/>
            </a:lvl6pPr>
            <a:lvl7pPr marL="2777490" indent="0">
              <a:buNone/>
              <a:defRPr sz="910"/>
            </a:lvl7pPr>
            <a:lvl8pPr marL="3240405" indent="0">
              <a:buNone/>
              <a:defRPr sz="910"/>
            </a:lvl8pPr>
            <a:lvl9pPr marL="3703320" indent="0">
              <a:buNone/>
              <a:defRPr sz="91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CD438618-DEE5-47CF-A8B2-A9E090D503CD}" type="datetimeFigureOut">
              <a:rPr lang="en-US" smtClean="0"/>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502866" y="703898"/>
            <a:ext cx="10143945" cy="3128433"/>
          </a:xfrm>
        </p:spPr>
        <p:txBody>
          <a:bodyPr anchor="ctr">
            <a:normAutofit/>
          </a:bodyPr>
          <a:lstStyle>
            <a:lvl1pPr algn="ctr">
              <a:defRPr sz="3240" b="0" cap="none"/>
            </a:lvl1pPr>
          </a:lstStyle>
          <a:p>
            <a:r>
              <a:rPr lang="en-US"/>
              <a:t>Click to edit Master title style</a:t>
            </a:r>
            <a:endParaRPr lang="en-US" dirty="0"/>
          </a:p>
        </p:txBody>
      </p:sp>
      <p:sp>
        <p:nvSpPr>
          <p:cNvPr id="3" name="Text Placeholder 2"/>
          <p:cNvSpPr>
            <a:spLocks noGrp="1"/>
          </p:cNvSpPr>
          <p:nvPr>
            <p:ph type="body" idx="1"/>
          </p:nvPr>
        </p:nvSpPr>
        <p:spPr>
          <a:xfrm>
            <a:off x="1502866" y="4458017"/>
            <a:ext cx="10143947" cy="1486006"/>
          </a:xfrm>
        </p:spPr>
        <p:txBody>
          <a:bodyPr anchor="ctr">
            <a:normAutofit/>
          </a:bodyPr>
          <a:lstStyle>
            <a:lvl1pPr marL="0" indent="0" algn="ctr">
              <a:buNone/>
              <a:defRPr sz="2025">
                <a:solidFill>
                  <a:schemeClr val="tx1"/>
                </a:solidFill>
              </a:defRPr>
            </a:lvl1pPr>
            <a:lvl2pPr marL="462915" indent="0">
              <a:buNone/>
              <a:defRPr sz="1825">
                <a:solidFill>
                  <a:schemeClr val="tx1">
                    <a:tint val="75000"/>
                  </a:schemeClr>
                </a:solidFill>
              </a:defRPr>
            </a:lvl2pPr>
            <a:lvl3pPr marL="925830" indent="0">
              <a:buNone/>
              <a:defRPr sz="1620">
                <a:solidFill>
                  <a:schemeClr val="tx1">
                    <a:tint val="75000"/>
                  </a:schemeClr>
                </a:solidFill>
              </a:defRPr>
            </a:lvl3pPr>
            <a:lvl4pPr marL="1388745" indent="0">
              <a:buNone/>
              <a:defRPr sz="1420">
                <a:solidFill>
                  <a:schemeClr val="tx1">
                    <a:tint val="75000"/>
                  </a:schemeClr>
                </a:solidFill>
              </a:defRPr>
            </a:lvl4pPr>
            <a:lvl5pPr marL="1851660" indent="0">
              <a:buNone/>
              <a:defRPr sz="1420">
                <a:solidFill>
                  <a:schemeClr val="tx1">
                    <a:tint val="75000"/>
                  </a:schemeClr>
                </a:solidFill>
              </a:defRPr>
            </a:lvl5pPr>
            <a:lvl6pPr marL="2314575" indent="0">
              <a:buNone/>
              <a:defRPr sz="1420">
                <a:solidFill>
                  <a:schemeClr val="tx1">
                    <a:tint val="75000"/>
                  </a:schemeClr>
                </a:solidFill>
              </a:defRPr>
            </a:lvl6pPr>
            <a:lvl7pPr marL="2777490" indent="0">
              <a:buNone/>
              <a:defRPr sz="1420">
                <a:solidFill>
                  <a:schemeClr val="tx1">
                    <a:tint val="75000"/>
                  </a:schemeClr>
                </a:solidFill>
              </a:defRPr>
            </a:lvl7pPr>
            <a:lvl8pPr marL="3240405" indent="0">
              <a:buNone/>
              <a:defRPr sz="1420">
                <a:solidFill>
                  <a:schemeClr val="tx1">
                    <a:tint val="75000"/>
                  </a:schemeClr>
                </a:solidFill>
              </a:defRPr>
            </a:lvl8pPr>
            <a:lvl9pPr marL="3703320" indent="0">
              <a:buNone/>
              <a:defRPr sz="14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Quote with Caption">
    <p:spTree>
      <p:nvGrpSpPr>
        <p:cNvPr id="1" name=""/>
        <p:cNvGrpSpPr/>
        <p:nvPr/>
      </p:nvGrpSpPr>
      <p:grpSpPr>
        <a:xfrm>
          <a:off x="0" y="0"/>
          <a:ext cx="0" cy="0"/>
          <a:chOff x="0" y="0"/>
          <a:chExt cx="0" cy="0"/>
        </a:xfrm>
      </p:grpSpPr>
      <p:sp>
        <p:nvSpPr>
          <p:cNvPr id="14" name="TextBox 13"/>
          <p:cNvSpPr txBox="1"/>
          <p:nvPr/>
        </p:nvSpPr>
        <p:spPr>
          <a:xfrm>
            <a:off x="1618595" y="885797"/>
            <a:ext cx="617220" cy="600208"/>
          </a:xfrm>
          <a:prstGeom prst="rect">
            <a:avLst/>
          </a:prstGeom>
        </p:spPr>
        <p:txBody>
          <a:bodyPr vert="horz" lIns="92583" tIns="46292" rIns="92583" bIns="46292"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100" dirty="0">
                <a:solidFill>
                  <a:schemeClr val="tx1"/>
                </a:solidFill>
                <a:effectLst/>
              </a:rPr>
              <a:t>“</a:t>
            </a:r>
            <a:endParaRPr lang="en-US" sz="8100" dirty="0">
              <a:solidFill>
                <a:schemeClr val="tx1"/>
              </a:solidFill>
              <a:effectLst/>
            </a:endParaRPr>
          </a:p>
        </p:txBody>
      </p:sp>
      <p:sp>
        <p:nvSpPr>
          <p:cNvPr id="15" name="TextBox 14"/>
          <p:cNvSpPr txBox="1"/>
          <p:nvPr/>
        </p:nvSpPr>
        <p:spPr>
          <a:xfrm>
            <a:off x="11029593" y="2893800"/>
            <a:ext cx="617220" cy="600208"/>
          </a:xfrm>
          <a:prstGeom prst="rect">
            <a:avLst/>
          </a:prstGeom>
        </p:spPr>
        <p:txBody>
          <a:bodyPr vert="horz" lIns="92583" tIns="46292" rIns="92583" bIns="46292"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100" dirty="0">
                <a:solidFill>
                  <a:schemeClr val="tx1"/>
                </a:solidFill>
                <a:effectLst/>
              </a:rPr>
              <a:t>”</a:t>
            </a:r>
            <a:endParaRPr lang="en-US" sz="8100" dirty="0">
              <a:solidFill>
                <a:schemeClr val="tx1"/>
              </a:solidFill>
              <a:effectLst/>
            </a:endParaRPr>
          </a:p>
        </p:txBody>
      </p:sp>
      <p:sp>
        <p:nvSpPr>
          <p:cNvPr id="2" name="Title 1"/>
          <p:cNvSpPr>
            <a:spLocks noGrp="1"/>
          </p:cNvSpPr>
          <p:nvPr>
            <p:ph type="title"/>
          </p:nvPr>
        </p:nvSpPr>
        <p:spPr>
          <a:xfrm>
            <a:off x="2235815" y="703898"/>
            <a:ext cx="9102387" cy="2815589"/>
          </a:xfrm>
        </p:spPr>
        <p:txBody>
          <a:bodyPr anchor="ctr">
            <a:normAutofit/>
          </a:bodyPr>
          <a:lstStyle>
            <a:lvl1pPr algn="ctr">
              <a:defRPr sz="32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67272" y="3519487"/>
            <a:ext cx="8639475" cy="391054"/>
          </a:xfrm>
        </p:spPr>
        <p:txBody>
          <a:bodyPr anchor="ctr">
            <a:normAutofit/>
          </a:bodyPr>
          <a:lstStyle>
            <a:lvl1pPr marL="0" indent="0">
              <a:buFontTx/>
              <a:buNone/>
              <a:defRPr sz="1825"/>
            </a:lvl1pPr>
            <a:lvl2pPr marL="462915" indent="0">
              <a:buFontTx/>
              <a:buNone/>
              <a:defRPr/>
            </a:lvl2pPr>
            <a:lvl3pPr marL="925830" indent="0">
              <a:buFontTx/>
              <a:buNone/>
              <a:defRPr/>
            </a:lvl3pPr>
            <a:lvl4pPr marL="1388745" indent="0">
              <a:buFontTx/>
              <a:buNone/>
              <a:defRPr/>
            </a:lvl4pPr>
            <a:lvl5pPr marL="185166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502865" y="4458017"/>
            <a:ext cx="10143945" cy="1486006"/>
          </a:xfrm>
        </p:spPr>
        <p:txBody>
          <a:bodyPr anchor="ctr">
            <a:normAutofit/>
          </a:bodyPr>
          <a:lstStyle>
            <a:lvl1pPr marL="0" indent="0" algn="ctr">
              <a:buNone/>
              <a:defRPr sz="2025">
                <a:solidFill>
                  <a:schemeClr val="tx1"/>
                </a:solidFill>
              </a:defRPr>
            </a:lvl1pPr>
            <a:lvl2pPr marL="462915" indent="0">
              <a:buNone/>
              <a:defRPr sz="1825">
                <a:solidFill>
                  <a:schemeClr val="tx1">
                    <a:tint val="75000"/>
                  </a:schemeClr>
                </a:solidFill>
              </a:defRPr>
            </a:lvl2pPr>
            <a:lvl3pPr marL="925830" indent="0">
              <a:buNone/>
              <a:defRPr sz="1620">
                <a:solidFill>
                  <a:schemeClr val="tx1">
                    <a:tint val="75000"/>
                  </a:schemeClr>
                </a:solidFill>
              </a:defRPr>
            </a:lvl3pPr>
            <a:lvl4pPr marL="1388745" indent="0">
              <a:buNone/>
              <a:defRPr sz="1420">
                <a:solidFill>
                  <a:schemeClr val="tx1">
                    <a:tint val="75000"/>
                  </a:schemeClr>
                </a:solidFill>
              </a:defRPr>
            </a:lvl4pPr>
            <a:lvl5pPr marL="1851660" indent="0">
              <a:buNone/>
              <a:defRPr sz="1420">
                <a:solidFill>
                  <a:schemeClr val="tx1">
                    <a:tint val="75000"/>
                  </a:schemeClr>
                </a:solidFill>
              </a:defRPr>
            </a:lvl5pPr>
            <a:lvl6pPr marL="2314575" indent="0">
              <a:buNone/>
              <a:defRPr sz="1420">
                <a:solidFill>
                  <a:schemeClr val="tx1">
                    <a:tint val="75000"/>
                  </a:schemeClr>
                </a:solidFill>
              </a:defRPr>
            </a:lvl6pPr>
            <a:lvl7pPr marL="2777490" indent="0">
              <a:buNone/>
              <a:defRPr sz="1420">
                <a:solidFill>
                  <a:schemeClr val="tx1">
                    <a:tint val="75000"/>
                  </a:schemeClr>
                </a:solidFill>
              </a:defRPr>
            </a:lvl7pPr>
            <a:lvl8pPr marL="3240405" indent="0">
              <a:buNone/>
              <a:defRPr sz="1420">
                <a:solidFill>
                  <a:schemeClr val="tx1">
                    <a:tint val="75000"/>
                  </a:schemeClr>
                </a:solidFill>
              </a:defRPr>
            </a:lvl8pPr>
            <a:lvl9pPr marL="3703320" indent="0">
              <a:buNone/>
              <a:defRPr sz="14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02867" y="3395891"/>
            <a:ext cx="10143943" cy="1507560"/>
          </a:xfrm>
        </p:spPr>
        <p:txBody>
          <a:bodyPr anchor="b">
            <a:normAutofit/>
          </a:bodyPr>
          <a:lstStyle>
            <a:lvl1pPr algn="r">
              <a:defRPr sz="3240" b="0" cap="none"/>
            </a:lvl1pPr>
          </a:lstStyle>
          <a:p>
            <a:r>
              <a:rPr lang="en-US"/>
              <a:t>Click to edit Master title style</a:t>
            </a:r>
            <a:endParaRPr lang="en-US" dirty="0"/>
          </a:p>
        </p:txBody>
      </p:sp>
      <p:sp>
        <p:nvSpPr>
          <p:cNvPr id="3" name="Text Placeholder 2"/>
          <p:cNvSpPr>
            <a:spLocks noGrp="1"/>
          </p:cNvSpPr>
          <p:nvPr>
            <p:ph type="body" idx="1"/>
          </p:nvPr>
        </p:nvSpPr>
        <p:spPr>
          <a:xfrm>
            <a:off x="1502866" y="4903451"/>
            <a:ext cx="10143944" cy="883105"/>
          </a:xfrm>
        </p:spPr>
        <p:txBody>
          <a:bodyPr anchor="t">
            <a:normAutofit/>
          </a:bodyPr>
          <a:lstStyle>
            <a:lvl1pPr marL="0" indent="0" algn="r">
              <a:buNone/>
              <a:defRPr sz="2025">
                <a:solidFill>
                  <a:schemeClr val="tx1"/>
                </a:solidFill>
              </a:defRPr>
            </a:lvl1pPr>
            <a:lvl2pPr marL="462915" indent="0">
              <a:buNone/>
              <a:defRPr sz="1825">
                <a:solidFill>
                  <a:schemeClr val="tx1">
                    <a:tint val="75000"/>
                  </a:schemeClr>
                </a:solidFill>
              </a:defRPr>
            </a:lvl2pPr>
            <a:lvl3pPr marL="925830" indent="0">
              <a:buNone/>
              <a:defRPr sz="1620">
                <a:solidFill>
                  <a:schemeClr val="tx1">
                    <a:tint val="75000"/>
                  </a:schemeClr>
                </a:solidFill>
              </a:defRPr>
            </a:lvl3pPr>
            <a:lvl4pPr marL="1388745" indent="0">
              <a:buNone/>
              <a:defRPr sz="1420">
                <a:solidFill>
                  <a:schemeClr val="tx1">
                    <a:tint val="75000"/>
                  </a:schemeClr>
                </a:solidFill>
              </a:defRPr>
            </a:lvl4pPr>
            <a:lvl5pPr marL="1851660" indent="0">
              <a:buNone/>
              <a:defRPr sz="1420">
                <a:solidFill>
                  <a:schemeClr val="tx1">
                    <a:tint val="75000"/>
                  </a:schemeClr>
                </a:solidFill>
              </a:defRPr>
            </a:lvl5pPr>
            <a:lvl6pPr marL="2314575" indent="0">
              <a:buNone/>
              <a:defRPr sz="1420">
                <a:solidFill>
                  <a:schemeClr val="tx1">
                    <a:tint val="75000"/>
                  </a:schemeClr>
                </a:solidFill>
              </a:defRPr>
            </a:lvl6pPr>
            <a:lvl7pPr marL="2777490" indent="0">
              <a:buNone/>
              <a:defRPr sz="1420">
                <a:solidFill>
                  <a:schemeClr val="tx1">
                    <a:tint val="75000"/>
                  </a:schemeClr>
                </a:solidFill>
              </a:defRPr>
            </a:lvl7pPr>
            <a:lvl8pPr marL="3240405" indent="0">
              <a:buNone/>
              <a:defRPr sz="1420">
                <a:solidFill>
                  <a:schemeClr val="tx1">
                    <a:tint val="75000"/>
                  </a:schemeClr>
                </a:solidFill>
              </a:defRPr>
            </a:lvl8pPr>
            <a:lvl9pPr marL="3703320" indent="0">
              <a:buNone/>
              <a:defRPr sz="14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Quote Name Card">
    <p:spTree>
      <p:nvGrpSpPr>
        <p:cNvPr id="1" name=""/>
        <p:cNvGrpSpPr/>
        <p:nvPr/>
      </p:nvGrpSpPr>
      <p:grpSpPr>
        <a:xfrm>
          <a:off x="0" y="0"/>
          <a:ext cx="0" cy="0"/>
          <a:chOff x="0" y="0"/>
          <a:chExt cx="0" cy="0"/>
        </a:xfrm>
      </p:grpSpPr>
      <p:sp>
        <p:nvSpPr>
          <p:cNvPr id="14" name="TextBox 13"/>
          <p:cNvSpPr txBox="1"/>
          <p:nvPr/>
        </p:nvSpPr>
        <p:spPr>
          <a:xfrm>
            <a:off x="1618595" y="885797"/>
            <a:ext cx="617220" cy="600208"/>
          </a:xfrm>
          <a:prstGeom prst="rect">
            <a:avLst/>
          </a:prstGeom>
        </p:spPr>
        <p:txBody>
          <a:bodyPr vert="horz" lIns="92583" tIns="46292" rIns="92583" bIns="46292"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100" dirty="0">
                <a:solidFill>
                  <a:schemeClr val="tx1"/>
                </a:solidFill>
                <a:effectLst/>
              </a:rPr>
              <a:t>“</a:t>
            </a:r>
            <a:endParaRPr lang="en-US" sz="8100" dirty="0">
              <a:solidFill>
                <a:schemeClr val="tx1"/>
              </a:solidFill>
              <a:effectLst/>
            </a:endParaRPr>
          </a:p>
        </p:txBody>
      </p:sp>
      <p:sp>
        <p:nvSpPr>
          <p:cNvPr id="15" name="TextBox 14"/>
          <p:cNvSpPr txBox="1"/>
          <p:nvPr/>
        </p:nvSpPr>
        <p:spPr>
          <a:xfrm>
            <a:off x="11029593" y="2893800"/>
            <a:ext cx="617220" cy="600208"/>
          </a:xfrm>
          <a:prstGeom prst="rect">
            <a:avLst/>
          </a:prstGeom>
        </p:spPr>
        <p:txBody>
          <a:bodyPr vert="horz" lIns="92583" tIns="46292" rIns="92583" bIns="46292"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100" dirty="0">
                <a:solidFill>
                  <a:schemeClr val="tx1"/>
                </a:solidFill>
                <a:effectLst/>
              </a:rPr>
              <a:t>”</a:t>
            </a:r>
            <a:endParaRPr lang="en-US" sz="8100" dirty="0">
              <a:solidFill>
                <a:schemeClr val="tx1"/>
              </a:solidFill>
              <a:effectLst/>
            </a:endParaRPr>
          </a:p>
        </p:txBody>
      </p:sp>
      <p:sp>
        <p:nvSpPr>
          <p:cNvPr id="2" name="Title 1"/>
          <p:cNvSpPr>
            <a:spLocks noGrp="1"/>
          </p:cNvSpPr>
          <p:nvPr>
            <p:ph type="title"/>
          </p:nvPr>
        </p:nvSpPr>
        <p:spPr>
          <a:xfrm>
            <a:off x="2235815" y="703898"/>
            <a:ext cx="9102387" cy="2815589"/>
          </a:xfrm>
        </p:spPr>
        <p:txBody>
          <a:bodyPr anchor="ctr">
            <a:normAutofit/>
          </a:bodyPr>
          <a:lstStyle>
            <a:lvl1pPr algn="ctr">
              <a:defRPr sz="32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02867" y="3988752"/>
            <a:ext cx="10143944" cy="912460"/>
          </a:xfrm>
        </p:spPr>
        <p:txBody>
          <a:bodyPr vert="horz" lIns="91440" tIns="45720" rIns="91440" bIns="45720" rtlCol="0" anchor="b">
            <a:normAutofit/>
          </a:bodyPr>
          <a:lstStyle>
            <a:lvl1pPr algn="r">
              <a:buNone/>
              <a:defRPr lang="en-US" sz="243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502866" y="4901212"/>
            <a:ext cx="10143944" cy="1042811"/>
          </a:xfrm>
        </p:spPr>
        <p:txBody>
          <a:bodyPr anchor="t">
            <a:normAutofit/>
          </a:bodyPr>
          <a:lstStyle>
            <a:lvl1pPr marL="0" indent="0" algn="r">
              <a:buNone/>
              <a:defRPr sz="1825">
                <a:solidFill>
                  <a:schemeClr val="tx1"/>
                </a:solidFill>
              </a:defRPr>
            </a:lvl1pPr>
            <a:lvl2pPr marL="462915" indent="0">
              <a:buNone/>
              <a:defRPr sz="1825">
                <a:solidFill>
                  <a:schemeClr val="tx1">
                    <a:tint val="75000"/>
                  </a:schemeClr>
                </a:solidFill>
              </a:defRPr>
            </a:lvl2pPr>
            <a:lvl3pPr marL="925830" indent="0">
              <a:buNone/>
              <a:defRPr sz="1620">
                <a:solidFill>
                  <a:schemeClr val="tx1">
                    <a:tint val="75000"/>
                  </a:schemeClr>
                </a:solidFill>
              </a:defRPr>
            </a:lvl3pPr>
            <a:lvl4pPr marL="1388745" indent="0">
              <a:buNone/>
              <a:defRPr sz="1420">
                <a:solidFill>
                  <a:schemeClr val="tx1">
                    <a:tint val="75000"/>
                  </a:schemeClr>
                </a:solidFill>
              </a:defRPr>
            </a:lvl4pPr>
            <a:lvl5pPr marL="1851660" indent="0">
              <a:buNone/>
              <a:defRPr sz="1420">
                <a:solidFill>
                  <a:schemeClr val="tx1">
                    <a:tint val="75000"/>
                  </a:schemeClr>
                </a:solidFill>
              </a:defRPr>
            </a:lvl5pPr>
            <a:lvl6pPr marL="2314575" indent="0">
              <a:buNone/>
              <a:defRPr sz="1420">
                <a:solidFill>
                  <a:schemeClr val="tx1">
                    <a:tint val="75000"/>
                  </a:schemeClr>
                </a:solidFill>
              </a:defRPr>
            </a:lvl6pPr>
            <a:lvl7pPr marL="2777490" indent="0">
              <a:buNone/>
              <a:defRPr sz="1420">
                <a:solidFill>
                  <a:schemeClr val="tx1">
                    <a:tint val="75000"/>
                  </a:schemeClr>
                </a:solidFill>
              </a:defRPr>
            </a:lvl7pPr>
            <a:lvl8pPr marL="3240405" indent="0">
              <a:buNone/>
              <a:defRPr sz="1420">
                <a:solidFill>
                  <a:schemeClr val="tx1">
                    <a:tint val="75000"/>
                  </a:schemeClr>
                </a:solidFill>
              </a:defRPr>
            </a:lvl8pPr>
            <a:lvl9pPr marL="3703320" indent="0">
              <a:buNone/>
              <a:defRPr sz="14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502867" y="703898"/>
            <a:ext cx="10143946" cy="2799296"/>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502866" y="3597698"/>
            <a:ext cx="10143947" cy="860319"/>
          </a:xfrm>
        </p:spPr>
        <p:txBody>
          <a:bodyPr vert="horz" lIns="91440" tIns="45720" rIns="91440" bIns="45720" rtlCol="0" anchor="b">
            <a:normAutofit/>
          </a:bodyPr>
          <a:lstStyle>
            <a:lvl1pPr>
              <a:buNone/>
              <a:defRPr lang="en-US" sz="2835"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502865" y="4458017"/>
            <a:ext cx="10143947" cy="1486006"/>
          </a:xfrm>
        </p:spPr>
        <p:txBody>
          <a:bodyPr anchor="t">
            <a:normAutofit/>
          </a:bodyPr>
          <a:lstStyle>
            <a:lvl1pPr marL="0" indent="0" algn="l">
              <a:buNone/>
              <a:defRPr sz="1825">
                <a:solidFill>
                  <a:schemeClr val="tx1"/>
                </a:solidFill>
              </a:defRPr>
            </a:lvl1pPr>
            <a:lvl2pPr marL="462915" indent="0">
              <a:buNone/>
              <a:defRPr sz="1825">
                <a:solidFill>
                  <a:schemeClr val="tx1">
                    <a:tint val="75000"/>
                  </a:schemeClr>
                </a:solidFill>
              </a:defRPr>
            </a:lvl2pPr>
            <a:lvl3pPr marL="925830" indent="0">
              <a:buNone/>
              <a:defRPr sz="1620">
                <a:solidFill>
                  <a:schemeClr val="tx1">
                    <a:tint val="75000"/>
                  </a:schemeClr>
                </a:solidFill>
              </a:defRPr>
            </a:lvl3pPr>
            <a:lvl4pPr marL="1388745" indent="0">
              <a:buNone/>
              <a:defRPr sz="1420">
                <a:solidFill>
                  <a:schemeClr val="tx1">
                    <a:tint val="75000"/>
                  </a:schemeClr>
                </a:solidFill>
              </a:defRPr>
            </a:lvl4pPr>
            <a:lvl5pPr marL="1851660" indent="0">
              <a:buNone/>
              <a:defRPr sz="1420">
                <a:solidFill>
                  <a:schemeClr val="tx1">
                    <a:tint val="75000"/>
                  </a:schemeClr>
                </a:solidFill>
              </a:defRPr>
            </a:lvl5pPr>
            <a:lvl6pPr marL="2314575" indent="0">
              <a:buNone/>
              <a:defRPr sz="1420">
                <a:solidFill>
                  <a:schemeClr val="tx1">
                    <a:tint val="75000"/>
                  </a:schemeClr>
                </a:solidFill>
              </a:defRPr>
            </a:lvl6pPr>
            <a:lvl7pPr marL="2777490" indent="0">
              <a:buNone/>
              <a:defRPr sz="1420">
                <a:solidFill>
                  <a:schemeClr val="tx1">
                    <a:tint val="75000"/>
                  </a:schemeClr>
                </a:solidFill>
              </a:defRPr>
            </a:lvl7pPr>
            <a:lvl8pPr marL="3240405" indent="0">
              <a:buNone/>
              <a:defRPr sz="1420">
                <a:solidFill>
                  <a:schemeClr val="tx1">
                    <a:tint val="75000"/>
                  </a:schemeClr>
                </a:solidFill>
              </a:defRPr>
            </a:lvl8pPr>
            <a:lvl9pPr marL="3703320" indent="0">
              <a:buNone/>
              <a:defRPr sz="14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4314" y="703897"/>
            <a:ext cx="1792499" cy="524012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2866" y="703897"/>
            <a:ext cx="8119989" cy="52401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704700" y="446961"/>
            <a:ext cx="10935000" cy="801900"/>
          </a:xfrm>
        </p:spPr>
        <p:txBody>
          <a:bodyPr/>
          <a:lstStyle>
            <a:lvl1pPr algn="ctr">
              <a:defRPr sz="324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showMasterSp="0">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p:cNvGrpSpPr/>
          <p:nvPr/>
        </p:nvGrpSpPr>
        <p:grpSpPr>
          <a:xfrm>
            <a:off x="152698" y="1"/>
            <a:ext cx="2467273" cy="7038976"/>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502865" y="703898"/>
            <a:ext cx="10143947" cy="1798848"/>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2864" y="2737379"/>
            <a:ext cx="10143947" cy="3206645"/>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854314" y="6038529"/>
            <a:ext cx="1157288" cy="374760"/>
          </a:xfrm>
          <a:prstGeom prst="rect">
            <a:avLst/>
          </a:prstGeom>
        </p:spPr>
        <p:txBody>
          <a:bodyPr vert="horz" lIns="91440" tIns="45720" rIns="91440" bIns="45720" rtlCol="0" anchor="ctr"/>
          <a:lstStyle>
            <a:lvl1pPr algn="r">
              <a:defRPr sz="1015" b="0" i="0">
                <a:solidFill>
                  <a:schemeClr val="tx1"/>
                </a:solidFill>
                <a:effectLst/>
                <a:latin typeface="+mn-lt"/>
              </a:defRPr>
            </a:lvl1pPr>
          </a:lstStyle>
          <a:p>
            <a:fld id="{CD438618-DEE5-47CF-A8B2-A9E090D503CD}" type="datetimeFigureOut">
              <a:rPr lang="en-US" smtClean="0"/>
            </a:fld>
            <a:endParaRPr lang="en-US" dirty="0"/>
          </a:p>
        </p:txBody>
      </p:sp>
      <p:sp>
        <p:nvSpPr>
          <p:cNvPr id="5" name="Footer Placeholder 4"/>
          <p:cNvSpPr>
            <a:spLocks noGrp="1"/>
          </p:cNvSpPr>
          <p:nvPr>
            <p:ph type="ftr" sz="quarter" idx="3"/>
          </p:nvPr>
        </p:nvSpPr>
        <p:spPr>
          <a:xfrm>
            <a:off x="2604433" y="6038529"/>
            <a:ext cx="7172729" cy="374760"/>
          </a:xfrm>
          <a:prstGeom prst="rect">
            <a:avLst/>
          </a:prstGeom>
        </p:spPr>
        <p:txBody>
          <a:bodyPr vert="horz" lIns="91440" tIns="45720" rIns="91440" bIns="45720" rtlCol="0" anchor="ctr"/>
          <a:lstStyle>
            <a:lvl1pPr algn="l">
              <a:defRPr sz="1015" b="0" i="0">
                <a:solidFill>
                  <a:schemeClr val="tx1"/>
                </a:solidFill>
                <a:effectLst/>
                <a:latin typeface="+mn-lt"/>
              </a:defRPr>
            </a:lvl1pPr>
          </a:lstStyle>
          <a:p>
            <a:r>
              <a:rPr lang="en-US"/>
              <a:t>
              </a:t>
            </a:r>
            <a:endParaRPr lang="en-US" dirty="0"/>
          </a:p>
        </p:txBody>
      </p:sp>
      <p:sp>
        <p:nvSpPr>
          <p:cNvPr id="6" name="Slide Number Placeholder 5"/>
          <p:cNvSpPr>
            <a:spLocks noGrp="1"/>
          </p:cNvSpPr>
          <p:nvPr>
            <p:ph type="sldNum" sz="quarter" idx="4"/>
          </p:nvPr>
        </p:nvSpPr>
        <p:spPr>
          <a:xfrm>
            <a:off x="11088755" y="6038529"/>
            <a:ext cx="558057" cy="374760"/>
          </a:xfrm>
          <a:prstGeom prst="rect">
            <a:avLst/>
          </a:prstGeom>
        </p:spPr>
        <p:txBody>
          <a:bodyPr vert="horz" lIns="91440" tIns="45720" rIns="91440" bIns="45720" rtlCol="0" anchor="ctr"/>
          <a:lstStyle>
            <a:lvl1pPr algn="r">
              <a:defRPr sz="1015" b="0" i="0">
                <a:solidFill>
                  <a:schemeClr val="tx1"/>
                </a:solidFill>
                <a:effectLst/>
                <a:latin typeface="+mn-lt"/>
              </a:defRPr>
            </a:lvl1pPr>
          </a:lstStyle>
          <a:p>
            <a:fld id="{E30AF5A0-43BB-4336-8627-9123B9144D80}"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hdr="0"/>
  <p:txStyles>
    <p:titleStyle>
      <a:lvl1pPr algn="ctr" defTabSz="462915" rtl="0" eaLnBrk="1" latinLnBrk="0" hangingPunct="1">
        <a:spcBef>
          <a:spcPct val="0"/>
        </a:spcBef>
        <a:buNone/>
        <a:defRPr sz="405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9560" indent="-289560"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2430" kern="1200" cap="none">
          <a:solidFill>
            <a:schemeClr val="tx1"/>
          </a:solidFill>
          <a:effectLst/>
          <a:latin typeface="+mn-lt"/>
          <a:ea typeface="+mn-ea"/>
          <a:cs typeface="+mn-cs"/>
        </a:defRPr>
      </a:lvl1pPr>
      <a:lvl2pPr marL="752475" indent="-289560"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2025" kern="1200" cap="none">
          <a:solidFill>
            <a:schemeClr val="tx1"/>
          </a:solidFill>
          <a:effectLst/>
          <a:latin typeface="+mn-lt"/>
          <a:ea typeface="+mn-ea"/>
          <a:cs typeface="+mn-cs"/>
        </a:defRPr>
      </a:lvl2pPr>
      <a:lvl3pPr marL="1215390" indent="-289560"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825" kern="1200" cap="none">
          <a:solidFill>
            <a:schemeClr val="tx1"/>
          </a:solidFill>
          <a:effectLst/>
          <a:latin typeface="+mn-lt"/>
          <a:ea typeface="+mn-ea"/>
          <a:cs typeface="+mn-cs"/>
        </a:defRPr>
      </a:lvl3pPr>
      <a:lvl4pPr marL="1562100" indent="-173355"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620" kern="1200" cap="none">
          <a:solidFill>
            <a:schemeClr val="tx1"/>
          </a:solidFill>
          <a:effectLst/>
          <a:latin typeface="+mn-lt"/>
          <a:ea typeface="+mn-ea"/>
          <a:cs typeface="+mn-cs"/>
        </a:defRPr>
      </a:lvl4pPr>
      <a:lvl5pPr marL="2025015" indent="-173355"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420" kern="1200" cap="none">
          <a:solidFill>
            <a:schemeClr val="tx1"/>
          </a:solidFill>
          <a:effectLst/>
          <a:latin typeface="+mn-lt"/>
          <a:ea typeface="+mn-ea"/>
          <a:cs typeface="+mn-cs"/>
        </a:defRPr>
      </a:lvl5pPr>
      <a:lvl6pPr marL="2546350" indent="-231775"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420" kern="1200" cap="none">
          <a:solidFill>
            <a:schemeClr val="tx1"/>
          </a:solidFill>
          <a:effectLst/>
          <a:latin typeface="+mn-lt"/>
          <a:ea typeface="+mn-ea"/>
          <a:cs typeface="+mn-cs"/>
        </a:defRPr>
      </a:lvl6pPr>
      <a:lvl7pPr marL="3009265" indent="-231775"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420" kern="1200" cap="none">
          <a:solidFill>
            <a:schemeClr val="tx1"/>
          </a:solidFill>
          <a:effectLst/>
          <a:latin typeface="+mn-lt"/>
          <a:ea typeface="+mn-ea"/>
          <a:cs typeface="+mn-cs"/>
        </a:defRPr>
      </a:lvl7pPr>
      <a:lvl8pPr marL="3472180" indent="-231775"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420" kern="1200" cap="none">
          <a:solidFill>
            <a:schemeClr val="tx1"/>
          </a:solidFill>
          <a:effectLst/>
          <a:latin typeface="+mn-lt"/>
          <a:ea typeface="+mn-ea"/>
          <a:cs typeface="+mn-cs"/>
        </a:defRPr>
      </a:lvl8pPr>
      <a:lvl9pPr marL="3935095" indent="-231775" algn="l" defTabSz="462915" rtl="0" eaLnBrk="1" latinLnBrk="0" hangingPunct="1">
        <a:spcBef>
          <a:spcPct val="20000"/>
        </a:spcBef>
        <a:spcAft>
          <a:spcPts val="610"/>
        </a:spcAft>
        <a:buClr>
          <a:schemeClr val="accent1">
            <a:lumMod val="75000"/>
          </a:schemeClr>
        </a:buClr>
        <a:buSzPct val="145000"/>
        <a:buFont typeface="Arial" panose="020B0604020202020204"/>
        <a:buChar char="•"/>
        <a:defRPr sz="1420" kern="1200" cap="none">
          <a:solidFill>
            <a:schemeClr val="tx1"/>
          </a:solidFill>
          <a:effectLst/>
          <a:latin typeface="+mn-lt"/>
          <a:ea typeface="+mn-ea"/>
          <a:cs typeface="+mn-cs"/>
        </a:defRPr>
      </a:lvl9pPr>
    </p:bodyStyle>
    <p:otherStyle>
      <a:defPPr>
        <a:defRPr lang="en-US"/>
      </a:defPPr>
      <a:lvl1pPr marL="0" algn="l" defTabSz="462915" rtl="0" eaLnBrk="1" latinLnBrk="0" hangingPunct="1">
        <a:defRPr sz="1825" kern="1200">
          <a:solidFill>
            <a:schemeClr val="tx1"/>
          </a:solidFill>
          <a:latin typeface="+mn-lt"/>
          <a:ea typeface="+mn-ea"/>
          <a:cs typeface="+mn-cs"/>
        </a:defRPr>
      </a:lvl1pPr>
      <a:lvl2pPr marL="462915" algn="l" defTabSz="462915" rtl="0" eaLnBrk="1" latinLnBrk="0" hangingPunct="1">
        <a:defRPr sz="1825" kern="1200">
          <a:solidFill>
            <a:schemeClr val="tx1"/>
          </a:solidFill>
          <a:latin typeface="+mn-lt"/>
          <a:ea typeface="+mn-ea"/>
          <a:cs typeface="+mn-cs"/>
        </a:defRPr>
      </a:lvl2pPr>
      <a:lvl3pPr marL="925830" algn="l" defTabSz="462915" rtl="0" eaLnBrk="1" latinLnBrk="0" hangingPunct="1">
        <a:defRPr sz="1825" kern="1200">
          <a:solidFill>
            <a:schemeClr val="tx1"/>
          </a:solidFill>
          <a:latin typeface="+mn-lt"/>
          <a:ea typeface="+mn-ea"/>
          <a:cs typeface="+mn-cs"/>
        </a:defRPr>
      </a:lvl3pPr>
      <a:lvl4pPr marL="1388745" algn="l" defTabSz="462915" rtl="0" eaLnBrk="1" latinLnBrk="0" hangingPunct="1">
        <a:defRPr sz="1825" kern="1200">
          <a:solidFill>
            <a:schemeClr val="tx1"/>
          </a:solidFill>
          <a:latin typeface="+mn-lt"/>
          <a:ea typeface="+mn-ea"/>
          <a:cs typeface="+mn-cs"/>
        </a:defRPr>
      </a:lvl4pPr>
      <a:lvl5pPr marL="1851660" algn="l" defTabSz="462915" rtl="0" eaLnBrk="1" latinLnBrk="0" hangingPunct="1">
        <a:defRPr sz="1825" kern="1200">
          <a:solidFill>
            <a:schemeClr val="tx1"/>
          </a:solidFill>
          <a:latin typeface="+mn-lt"/>
          <a:ea typeface="+mn-ea"/>
          <a:cs typeface="+mn-cs"/>
        </a:defRPr>
      </a:lvl5pPr>
      <a:lvl6pPr marL="2314575" algn="l" defTabSz="462915" rtl="0" eaLnBrk="1" latinLnBrk="0" hangingPunct="1">
        <a:defRPr sz="1825" kern="1200">
          <a:solidFill>
            <a:schemeClr val="tx1"/>
          </a:solidFill>
          <a:latin typeface="+mn-lt"/>
          <a:ea typeface="+mn-ea"/>
          <a:cs typeface="+mn-cs"/>
        </a:defRPr>
      </a:lvl6pPr>
      <a:lvl7pPr marL="2777490" algn="l" defTabSz="462915" rtl="0" eaLnBrk="1" latinLnBrk="0" hangingPunct="1">
        <a:defRPr sz="1825" kern="1200">
          <a:solidFill>
            <a:schemeClr val="tx1"/>
          </a:solidFill>
          <a:latin typeface="+mn-lt"/>
          <a:ea typeface="+mn-ea"/>
          <a:cs typeface="+mn-cs"/>
        </a:defRPr>
      </a:lvl7pPr>
      <a:lvl8pPr marL="3240405" algn="l" defTabSz="462915" rtl="0" eaLnBrk="1" latinLnBrk="0" hangingPunct="1">
        <a:defRPr sz="1825" kern="1200">
          <a:solidFill>
            <a:schemeClr val="tx1"/>
          </a:solidFill>
          <a:latin typeface="+mn-lt"/>
          <a:ea typeface="+mn-ea"/>
          <a:cs typeface="+mn-cs"/>
        </a:defRPr>
      </a:lvl8pPr>
      <a:lvl9pPr marL="3703320" algn="l" defTabSz="462915" rtl="0" eaLnBrk="1" latinLnBrk="0" hangingPunct="1">
        <a:defRPr sz="18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jpe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p:cNvSpPr txBox="1"/>
          <p:nvPr/>
        </p:nvSpPr>
        <p:spPr>
          <a:xfrm>
            <a:off x="1557655" y="1932940"/>
            <a:ext cx="8938895" cy="918845"/>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defPPr>
              <a:defRPr lang="en-US"/>
            </a:defPPr>
            <a:lvl1pPr marL="0" algn="l" defTabSz="930275" rtl="0" eaLnBrk="1" latinLnBrk="0" hangingPunct="1">
              <a:defRPr sz="1830" kern="1200">
                <a:solidFill>
                  <a:schemeClr val="tx1"/>
                </a:solidFill>
                <a:latin typeface="+mn-lt"/>
                <a:ea typeface="+mn-ea"/>
                <a:cs typeface="+mn-cs"/>
              </a:defRPr>
            </a:lvl1pPr>
            <a:lvl2pPr marL="465455" algn="l" defTabSz="930275" rtl="0" eaLnBrk="1" latinLnBrk="0" hangingPunct="1">
              <a:defRPr sz="1830" kern="1200">
                <a:solidFill>
                  <a:schemeClr val="tx1"/>
                </a:solidFill>
                <a:latin typeface="+mn-lt"/>
                <a:ea typeface="+mn-ea"/>
                <a:cs typeface="+mn-cs"/>
              </a:defRPr>
            </a:lvl2pPr>
            <a:lvl3pPr marL="930275" algn="l" defTabSz="930275" rtl="0" eaLnBrk="1" latinLnBrk="0" hangingPunct="1">
              <a:defRPr sz="1830" kern="1200">
                <a:solidFill>
                  <a:schemeClr val="tx1"/>
                </a:solidFill>
                <a:latin typeface="+mn-lt"/>
                <a:ea typeface="+mn-ea"/>
                <a:cs typeface="+mn-cs"/>
              </a:defRPr>
            </a:lvl3pPr>
            <a:lvl4pPr marL="1395730" algn="l" defTabSz="930275" rtl="0" eaLnBrk="1" latinLnBrk="0" hangingPunct="1">
              <a:defRPr sz="1830" kern="1200">
                <a:solidFill>
                  <a:schemeClr val="tx1"/>
                </a:solidFill>
                <a:latin typeface="+mn-lt"/>
                <a:ea typeface="+mn-ea"/>
                <a:cs typeface="+mn-cs"/>
              </a:defRPr>
            </a:lvl4pPr>
            <a:lvl5pPr marL="1860550" algn="l" defTabSz="930275" rtl="0" eaLnBrk="1" latinLnBrk="0" hangingPunct="1">
              <a:defRPr sz="1830" kern="1200">
                <a:solidFill>
                  <a:schemeClr val="tx1"/>
                </a:solidFill>
                <a:latin typeface="+mn-lt"/>
                <a:ea typeface="+mn-ea"/>
                <a:cs typeface="+mn-cs"/>
              </a:defRPr>
            </a:lvl5pPr>
            <a:lvl6pPr marL="2326005" algn="l" defTabSz="930275" rtl="0" eaLnBrk="1" latinLnBrk="0" hangingPunct="1">
              <a:defRPr sz="1830" kern="1200">
                <a:solidFill>
                  <a:schemeClr val="tx1"/>
                </a:solidFill>
                <a:latin typeface="+mn-lt"/>
                <a:ea typeface="+mn-ea"/>
                <a:cs typeface="+mn-cs"/>
              </a:defRPr>
            </a:lvl6pPr>
            <a:lvl7pPr marL="2791460" algn="l" defTabSz="930275" rtl="0" eaLnBrk="1" latinLnBrk="0" hangingPunct="1">
              <a:defRPr sz="1830" kern="1200">
                <a:solidFill>
                  <a:schemeClr val="tx1"/>
                </a:solidFill>
                <a:latin typeface="+mn-lt"/>
                <a:ea typeface="+mn-ea"/>
                <a:cs typeface="+mn-cs"/>
              </a:defRPr>
            </a:lvl7pPr>
            <a:lvl8pPr marL="3256280" algn="l" defTabSz="930275" rtl="0" eaLnBrk="1" latinLnBrk="0" hangingPunct="1">
              <a:defRPr sz="1830" kern="1200">
                <a:solidFill>
                  <a:schemeClr val="tx1"/>
                </a:solidFill>
                <a:latin typeface="+mn-lt"/>
                <a:ea typeface="+mn-ea"/>
                <a:cs typeface="+mn-cs"/>
              </a:defRPr>
            </a:lvl8pPr>
            <a:lvl9pPr marL="3721735" algn="l" defTabSz="930275" rtl="0" eaLnBrk="1" latinLnBrk="0" hangingPunct="1">
              <a:defRPr sz="1830" kern="1200">
                <a:solidFill>
                  <a:schemeClr val="tx1"/>
                </a:solidFill>
                <a:latin typeface="+mn-lt"/>
                <a:ea typeface="+mn-ea"/>
                <a:cs typeface="+mn-cs"/>
              </a:defRPr>
            </a:lvl9pPr>
          </a:lstStyle>
          <a:p>
            <a:pPr algn="just"/>
            <a:r>
              <a:rPr lang="en-US" altLang="en-US" sz="2800" b="1" dirty="0">
                <a:latin typeface="Times New Roman" panose="02020603050405020304"/>
                <a:cs typeface="Times New Roman" panose="02020603050405020304"/>
              </a:rPr>
              <a:t>Privacy-Preserving Healthcare Device Authentication via </a:t>
            </a:r>
            <a:r>
              <a:rPr lang="en-IN" altLang="en-US" sz="2800" b="1" dirty="0">
                <a:latin typeface="Times New Roman" panose="02020603050405020304"/>
                <a:cs typeface="Times New Roman" panose="02020603050405020304"/>
              </a:rPr>
              <a:t>     </a:t>
            </a:r>
            <a:r>
              <a:rPr lang="en-US" altLang="en-US" sz="2800" b="1" dirty="0">
                <a:latin typeface="Times New Roman" panose="02020603050405020304"/>
                <a:cs typeface="Times New Roman" panose="02020603050405020304"/>
              </a:rPr>
              <a:t>Edge-AI and</a:t>
            </a:r>
            <a:r>
              <a:rPr lang="en-IN" altLang="en-US" sz="2800" b="1" dirty="0">
                <a:latin typeface="Times New Roman" panose="02020603050405020304"/>
                <a:cs typeface="Times New Roman" panose="02020603050405020304"/>
              </a:rPr>
              <a:t> </a:t>
            </a:r>
            <a:r>
              <a:rPr lang="en-US" altLang="en-US" sz="2800" b="1" dirty="0">
                <a:latin typeface="Times New Roman" panose="02020603050405020304"/>
                <a:cs typeface="Times New Roman" panose="02020603050405020304"/>
              </a:rPr>
              <a:t>Federated Learning</a:t>
            </a:r>
            <a:endParaRPr lang="en-US" altLang="en-US" sz="2800" b="1" dirty="0">
              <a:latin typeface="Times New Roman" panose="02020603050405020304"/>
              <a:cs typeface="Times New Roman" panose="02020603050405020304"/>
            </a:endParaRPr>
          </a:p>
        </p:txBody>
      </p:sp>
      <p:sp>
        <p:nvSpPr>
          <p:cNvPr id="11" name="TextBox 10"/>
          <p:cNvSpPr txBox="1"/>
          <p:nvPr/>
        </p:nvSpPr>
        <p:spPr>
          <a:xfrm>
            <a:off x="6284390" y="3519804"/>
            <a:ext cx="5432201" cy="2861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defPPr>
              <a:defRPr lang="en-US"/>
            </a:defPPr>
            <a:lvl1pPr marL="0" algn="l" defTabSz="930275" rtl="0" eaLnBrk="1" latinLnBrk="0" hangingPunct="1">
              <a:defRPr sz="1830" kern="1200">
                <a:solidFill>
                  <a:schemeClr val="tx1"/>
                </a:solidFill>
                <a:latin typeface="+mn-lt"/>
                <a:ea typeface="+mn-ea"/>
                <a:cs typeface="+mn-cs"/>
              </a:defRPr>
            </a:lvl1pPr>
            <a:lvl2pPr marL="465455" algn="l" defTabSz="930275" rtl="0" eaLnBrk="1" latinLnBrk="0" hangingPunct="1">
              <a:defRPr sz="1830" kern="1200">
                <a:solidFill>
                  <a:schemeClr val="tx1"/>
                </a:solidFill>
                <a:latin typeface="+mn-lt"/>
                <a:ea typeface="+mn-ea"/>
                <a:cs typeface="+mn-cs"/>
              </a:defRPr>
            </a:lvl2pPr>
            <a:lvl3pPr marL="930275" algn="l" defTabSz="930275" rtl="0" eaLnBrk="1" latinLnBrk="0" hangingPunct="1">
              <a:defRPr sz="1830" kern="1200">
                <a:solidFill>
                  <a:schemeClr val="tx1"/>
                </a:solidFill>
                <a:latin typeface="+mn-lt"/>
                <a:ea typeface="+mn-ea"/>
                <a:cs typeface="+mn-cs"/>
              </a:defRPr>
            </a:lvl3pPr>
            <a:lvl4pPr marL="1395730" algn="l" defTabSz="930275" rtl="0" eaLnBrk="1" latinLnBrk="0" hangingPunct="1">
              <a:defRPr sz="1830" kern="1200">
                <a:solidFill>
                  <a:schemeClr val="tx1"/>
                </a:solidFill>
                <a:latin typeface="+mn-lt"/>
                <a:ea typeface="+mn-ea"/>
                <a:cs typeface="+mn-cs"/>
              </a:defRPr>
            </a:lvl4pPr>
            <a:lvl5pPr marL="1860550" algn="l" defTabSz="930275" rtl="0" eaLnBrk="1" latinLnBrk="0" hangingPunct="1">
              <a:defRPr sz="1830" kern="1200">
                <a:solidFill>
                  <a:schemeClr val="tx1"/>
                </a:solidFill>
                <a:latin typeface="+mn-lt"/>
                <a:ea typeface="+mn-ea"/>
                <a:cs typeface="+mn-cs"/>
              </a:defRPr>
            </a:lvl5pPr>
            <a:lvl6pPr marL="2326005" algn="l" defTabSz="930275" rtl="0" eaLnBrk="1" latinLnBrk="0" hangingPunct="1">
              <a:defRPr sz="1830" kern="1200">
                <a:solidFill>
                  <a:schemeClr val="tx1"/>
                </a:solidFill>
                <a:latin typeface="+mn-lt"/>
                <a:ea typeface="+mn-ea"/>
                <a:cs typeface="+mn-cs"/>
              </a:defRPr>
            </a:lvl6pPr>
            <a:lvl7pPr marL="2791460" algn="l" defTabSz="930275" rtl="0" eaLnBrk="1" latinLnBrk="0" hangingPunct="1">
              <a:defRPr sz="1830" kern="1200">
                <a:solidFill>
                  <a:schemeClr val="tx1"/>
                </a:solidFill>
                <a:latin typeface="+mn-lt"/>
                <a:ea typeface="+mn-ea"/>
                <a:cs typeface="+mn-cs"/>
              </a:defRPr>
            </a:lvl7pPr>
            <a:lvl8pPr marL="3256280" algn="l" defTabSz="930275" rtl="0" eaLnBrk="1" latinLnBrk="0" hangingPunct="1">
              <a:defRPr sz="1830" kern="1200">
                <a:solidFill>
                  <a:schemeClr val="tx1"/>
                </a:solidFill>
                <a:latin typeface="+mn-lt"/>
                <a:ea typeface="+mn-ea"/>
                <a:cs typeface="+mn-cs"/>
              </a:defRPr>
            </a:lvl8pPr>
            <a:lvl9pPr marL="3721735" algn="l" defTabSz="930275" rtl="0" eaLnBrk="1" latinLnBrk="0" hangingPunct="1">
              <a:defRPr sz="1830" kern="1200">
                <a:solidFill>
                  <a:schemeClr val="tx1"/>
                </a:solidFill>
                <a:latin typeface="+mn-lt"/>
                <a:ea typeface="+mn-ea"/>
                <a:cs typeface="+mn-cs"/>
              </a:defRPr>
            </a:lvl9pPr>
          </a:lstStyle>
          <a:p>
            <a:pPr algn="l"/>
            <a:r>
              <a:rPr lang="en-US" sz="2000" b="1" dirty="0">
                <a:solidFill>
                  <a:schemeClr val="accent1"/>
                </a:solidFill>
                <a:latin typeface="Times New Roman" panose="02020603050405020304"/>
                <a:cs typeface="Times New Roman" panose="02020603050405020304"/>
              </a:rPr>
              <a:t>Batch - 7</a:t>
            </a:r>
            <a:endParaRPr lang="en-US" sz="2000" b="1" dirty="0">
              <a:solidFill>
                <a:schemeClr val="accent1"/>
              </a:solidFill>
              <a:latin typeface="Times New Roman" panose="02020603050405020304"/>
              <a:cs typeface="Times New Roman" panose="02020603050405020304"/>
            </a:endParaRPr>
          </a:p>
          <a:p>
            <a:pPr algn="l"/>
            <a:r>
              <a:rPr lang="en-US" sz="2000" b="1" dirty="0">
                <a:solidFill>
                  <a:schemeClr val="accent1"/>
                </a:solidFill>
                <a:latin typeface="Times New Roman" panose="02020603050405020304"/>
                <a:cs typeface="Times New Roman" panose="02020603050405020304"/>
              </a:rPr>
              <a:t>Members:</a:t>
            </a:r>
            <a:endParaRPr lang="en-US" sz="2000" b="1" dirty="0">
              <a:solidFill>
                <a:schemeClr val="accent1"/>
              </a:solidFill>
              <a:latin typeface="Times New Roman" panose="02020603050405020304"/>
              <a:cs typeface="Times New Roman" panose="02020603050405020304"/>
            </a:endParaRPr>
          </a:p>
          <a:p>
            <a:endParaRPr lang="en-US" sz="2000" dirty="0">
              <a:latin typeface="Times New Roman" panose="02020603050405020304"/>
              <a:cs typeface="Times New Roman" panose="02020603050405020304"/>
            </a:endParaRPr>
          </a:p>
          <a:p>
            <a:r>
              <a:rPr lang="en-US" sz="2000" dirty="0">
                <a:latin typeface="Times New Roman" panose="02020603050405020304"/>
                <a:cs typeface="Times New Roman" panose="02020603050405020304"/>
              </a:rPr>
              <a:t>G. Vincy                           :  22X41A4414</a:t>
            </a:r>
            <a:endParaRPr lang="en-US" sz="2000" b="1" dirty="0">
              <a:latin typeface="Times New Roman" panose="02020603050405020304"/>
              <a:cs typeface="Times New Roman" panose="02020603050405020304"/>
            </a:endParaRPr>
          </a:p>
          <a:p>
            <a:r>
              <a:rPr lang="en-US" sz="2000" dirty="0">
                <a:latin typeface="Times New Roman" panose="02020603050405020304"/>
                <a:cs typeface="Times New Roman" panose="02020603050405020304"/>
              </a:rPr>
              <a:t>N. Yaswanth                     :  22X41A4436</a:t>
            </a:r>
            <a:endParaRPr lang="en-US" sz="2000" dirty="0">
              <a:latin typeface="Times New Roman" panose="02020603050405020304"/>
              <a:cs typeface="Times New Roman" panose="02020603050405020304"/>
            </a:endParaRPr>
          </a:p>
          <a:p>
            <a:r>
              <a:rPr lang="en-US" sz="2000" dirty="0">
                <a:latin typeface="Times New Roman" panose="02020603050405020304"/>
                <a:cs typeface="Times New Roman" panose="02020603050405020304"/>
              </a:rPr>
              <a:t>O. Nagendra                     :  22X41A4439</a:t>
            </a:r>
            <a:endParaRPr lang="en-US" sz="2000" dirty="0">
              <a:latin typeface="Times New Roman" panose="02020603050405020304"/>
              <a:cs typeface="Times New Roman" panose="02020603050405020304"/>
            </a:endParaRPr>
          </a:p>
          <a:p>
            <a:r>
              <a:rPr lang="en-US" sz="2000" dirty="0">
                <a:latin typeface="Times New Roman" panose="02020603050405020304"/>
                <a:cs typeface="Times New Roman" panose="02020603050405020304"/>
              </a:rPr>
              <a:t>K. Satyavathi                    :  22X41A4418</a:t>
            </a:r>
            <a:endParaRPr lang="en-US" sz="2000" dirty="0">
              <a:latin typeface="Times New Roman" panose="02020603050405020304"/>
              <a:cs typeface="Times New Roman" panose="02020603050405020304"/>
            </a:endParaRPr>
          </a:p>
          <a:p>
            <a:r>
              <a:rPr lang="en-US" altLang="en-US" sz="2000" dirty="0">
                <a:latin typeface="Times New Roman" panose="02020603050405020304"/>
                <a:cs typeface="Times New Roman" panose="02020603050405020304"/>
              </a:rPr>
              <a:t>N. Vasu Deva Naga Sai</a:t>
            </a:r>
            <a:r>
              <a:rPr lang="en-US" sz="2000" dirty="0">
                <a:latin typeface="Times New Roman" panose="02020603050405020304"/>
                <a:cs typeface="Times New Roman" panose="02020603050405020304"/>
              </a:rPr>
              <a:t>    :  22X41A4437</a:t>
            </a:r>
            <a:endParaRPr lang="en-US" sz="2000" dirty="0">
              <a:latin typeface="Times New Roman" panose="02020603050405020304"/>
              <a:cs typeface="Times New Roman" panose="02020603050405020304"/>
            </a:endParaRPr>
          </a:p>
          <a:p>
            <a:r>
              <a:rPr lang="en-US" altLang="en-US" sz="2000" dirty="0">
                <a:latin typeface="Times New Roman" panose="02020603050405020304"/>
                <a:cs typeface="Times New Roman" panose="02020603050405020304"/>
              </a:rPr>
              <a:t>Sk. Yasin Ali</a:t>
            </a:r>
            <a:r>
              <a:rPr lang="en-US" sz="2000" dirty="0">
                <a:latin typeface="Times New Roman" panose="02020603050405020304"/>
                <a:cs typeface="Times New Roman" panose="02020603050405020304"/>
              </a:rPr>
              <a:t>                     :  22X41A4453</a:t>
            </a:r>
            <a:endParaRPr lang="en-US" sz="2000" dirty="0">
              <a:latin typeface="Times New Roman" panose="02020603050405020304"/>
              <a:cs typeface="Times New Roman" panose="02020603050405020304"/>
            </a:endParaRPr>
          </a:p>
        </p:txBody>
      </p:sp>
      <p:sp>
        <p:nvSpPr>
          <p:cNvPr id="12" name="TextBox 11"/>
          <p:cNvSpPr txBox="1"/>
          <p:nvPr/>
        </p:nvSpPr>
        <p:spPr>
          <a:xfrm>
            <a:off x="1365682" y="3474084"/>
            <a:ext cx="4396287" cy="1322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defPPr>
              <a:defRPr lang="en-US"/>
            </a:defPPr>
            <a:lvl1pPr marL="0" algn="l" defTabSz="930275" rtl="0" eaLnBrk="1" latinLnBrk="0" hangingPunct="1">
              <a:defRPr sz="1830" kern="1200">
                <a:solidFill>
                  <a:schemeClr val="tx1"/>
                </a:solidFill>
                <a:latin typeface="+mn-lt"/>
                <a:ea typeface="+mn-ea"/>
                <a:cs typeface="+mn-cs"/>
              </a:defRPr>
            </a:lvl1pPr>
            <a:lvl2pPr marL="465455" algn="l" defTabSz="930275" rtl="0" eaLnBrk="1" latinLnBrk="0" hangingPunct="1">
              <a:defRPr sz="1830" kern="1200">
                <a:solidFill>
                  <a:schemeClr val="tx1"/>
                </a:solidFill>
                <a:latin typeface="+mn-lt"/>
                <a:ea typeface="+mn-ea"/>
                <a:cs typeface="+mn-cs"/>
              </a:defRPr>
            </a:lvl2pPr>
            <a:lvl3pPr marL="930275" algn="l" defTabSz="930275" rtl="0" eaLnBrk="1" latinLnBrk="0" hangingPunct="1">
              <a:defRPr sz="1830" kern="1200">
                <a:solidFill>
                  <a:schemeClr val="tx1"/>
                </a:solidFill>
                <a:latin typeface="+mn-lt"/>
                <a:ea typeface="+mn-ea"/>
                <a:cs typeface="+mn-cs"/>
              </a:defRPr>
            </a:lvl3pPr>
            <a:lvl4pPr marL="1395730" algn="l" defTabSz="930275" rtl="0" eaLnBrk="1" latinLnBrk="0" hangingPunct="1">
              <a:defRPr sz="1830" kern="1200">
                <a:solidFill>
                  <a:schemeClr val="tx1"/>
                </a:solidFill>
                <a:latin typeface="+mn-lt"/>
                <a:ea typeface="+mn-ea"/>
                <a:cs typeface="+mn-cs"/>
              </a:defRPr>
            </a:lvl4pPr>
            <a:lvl5pPr marL="1860550" algn="l" defTabSz="930275" rtl="0" eaLnBrk="1" latinLnBrk="0" hangingPunct="1">
              <a:defRPr sz="1830" kern="1200">
                <a:solidFill>
                  <a:schemeClr val="tx1"/>
                </a:solidFill>
                <a:latin typeface="+mn-lt"/>
                <a:ea typeface="+mn-ea"/>
                <a:cs typeface="+mn-cs"/>
              </a:defRPr>
            </a:lvl5pPr>
            <a:lvl6pPr marL="2326005" algn="l" defTabSz="930275" rtl="0" eaLnBrk="1" latinLnBrk="0" hangingPunct="1">
              <a:defRPr sz="1830" kern="1200">
                <a:solidFill>
                  <a:schemeClr val="tx1"/>
                </a:solidFill>
                <a:latin typeface="+mn-lt"/>
                <a:ea typeface="+mn-ea"/>
                <a:cs typeface="+mn-cs"/>
              </a:defRPr>
            </a:lvl6pPr>
            <a:lvl7pPr marL="2791460" algn="l" defTabSz="930275" rtl="0" eaLnBrk="1" latinLnBrk="0" hangingPunct="1">
              <a:defRPr sz="1830" kern="1200">
                <a:solidFill>
                  <a:schemeClr val="tx1"/>
                </a:solidFill>
                <a:latin typeface="+mn-lt"/>
                <a:ea typeface="+mn-ea"/>
                <a:cs typeface="+mn-cs"/>
              </a:defRPr>
            </a:lvl7pPr>
            <a:lvl8pPr marL="3256280" algn="l" defTabSz="930275" rtl="0" eaLnBrk="1" latinLnBrk="0" hangingPunct="1">
              <a:defRPr sz="1830" kern="1200">
                <a:solidFill>
                  <a:schemeClr val="tx1"/>
                </a:solidFill>
                <a:latin typeface="+mn-lt"/>
                <a:ea typeface="+mn-ea"/>
                <a:cs typeface="+mn-cs"/>
              </a:defRPr>
            </a:lvl8pPr>
            <a:lvl9pPr marL="3721735" algn="l" defTabSz="930275" rtl="0" eaLnBrk="1" latinLnBrk="0" hangingPunct="1">
              <a:defRPr sz="1830" kern="1200">
                <a:solidFill>
                  <a:schemeClr val="tx1"/>
                </a:solidFill>
                <a:latin typeface="+mn-lt"/>
                <a:ea typeface="+mn-ea"/>
                <a:cs typeface="+mn-cs"/>
              </a:defRPr>
            </a:lvl9pPr>
          </a:lstStyle>
          <a:p>
            <a:pPr algn="l"/>
            <a:r>
              <a:rPr lang="en-US" sz="2000" b="1" dirty="0">
                <a:solidFill>
                  <a:schemeClr val="accent1"/>
                </a:solidFill>
                <a:latin typeface="Times New Roman" panose="02020603050405020304"/>
                <a:cs typeface="Times New Roman" panose="02020603050405020304"/>
              </a:rPr>
              <a:t>Guide:</a:t>
            </a:r>
            <a:endParaRPr lang="en-US" sz="2000" b="1" dirty="0">
              <a:solidFill>
                <a:schemeClr val="accent1"/>
              </a:solidFill>
              <a:latin typeface="Times New Roman" panose="02020603050405020304"/>
              <a:cs typeface="Times New Roman" panose="02020603050405020304"/>
            </a:endParaRPr>
          </a:p>
          <a:p>
            <a:endParaRPr lang="en-US" sz="2000" b="1" dirty="0">
              <a:latin typeface="Times New Roman" panose="02020603050405020304"/>
              <a:cs typeface="Times New Roman" panose="02020603050405020304"/>
            </a:endParaRPr>
          </a:p>
          <a:p>
            <a:r>
              <a:rPr lang="en-US" altLang="en-US" sz="2000" dirty="0">
                <a:latin typeface="Times New Roman" panose="02020603050405020304"/>
                <a:cs typeface="Times New Roman" panose="02020603050405020304"/>
              </a:rPr>
              <a:t>D. Sai Venkata Gowtham</a:t>
            </a:r>
            <a:endParaRPr lang="en-US" altLang="en-US" sz="2000" dirty="0">
              <a:latin typeface="Times New Roman" panose="02020603050405020304"/>
              <a:cs typeface="Times New Roman" panose="02020603050405020304"/>
            </a:endParaRPr>
          </a:p>
          <a:p>
            <a:r>
              <a:rPr lang="en-US" altLang="en-US" sz="2000" dirty="0">
                <a:latin typeface="Times New Roman" panose="02020603050405020304"/>
                <a:cs typeface="Times New Roman" panose="02020603050405020304"/>
              </a:rPr>
              <a:t>(Assistant Professor)</a:t>
            </a:r>
            <a:endParaRPr lang="en-US" altLang="en-US" sz="2000" dirty="0">
              <a:latin typeface="Times New Roman" panose="02020603050405020304"/>
              <a:cs typeface="Times New Roman" panose="02020603050405020304"/>
            </a:endParaRPr>
          </a:p>
        </p:txBody>
      </p:sp>
      <p:sp>
        <p:nvSpPr>
          <p:cNvPr id="2" name="Text Box 1"/>
          <p:cNvSpPr txBox="1"/>
          <p:nvPr/>
        </p:nvSpPr>
        <p:spPr>
          <a:xfrm>
            <a:off x="4697095" y="471805"/>
            <a:ext cx="3489960" cy="706755"/>
          </a:xfrm>
          <a:prstGeom prst="rect">
            <a:avLst/>
          </a:prstGeom>
          <a:noFill/>
        </p:spPr>
        <p:txBody>
          <a:bodyPr wrap="square" rtlCol="0">
            <a:spAutoFit/>
          </a:bodyPr>
          <a:lstStyle/>
          <a:p>
            <a:r>
              <a:rPr lang="en-US" altLang="en-IN" sz="2800" b="1" dirty="0">
                <a:solidFill>
                  <a:schemeClr val="tx1"/>
                </a:solidFill>
                <a:latin typeface="Times New Roman" panose="02020603050405020304" pitchFamily="18" charset="0"/>
                <a:cs typeface="Times New Roman" panose="02020603050405020304" pitchFamily="18" charset="0"/>
              </a:rPr>
              <a:t>FINAL</a:t>
            </a:r>
            <a:r>
              <a:rPr lang="en-US" altLang="en-IN" sz="2800" b="1" dirty="0">
                <a:solidFill>
                  <a:schemeClr val="tx1"/>
                </a:solidFill>
                <a:latin typeface="Times New Roman" panose="02020603050405020304" pitchFamily="18" charset="0"/>
                <a:cs typeface="Times New Roman" panose="02020603050405020304" pitchFamily="18" charset="0"/>
              </a:rPr>
              <a:t> REVIEW </a:t>
            </a:r>
            <a:r>
              <a:rPr lang="en-US" altLang="en-IN" sz="4000" b="1" dirty="0">
                <a:solidFill>
                  <a:schemeClr val="tx1"/>
                </a:solidFill>
                <a:latin typeface="Times New Roman" panose="02020603050405020304" pitchFamily="18" charset="0"/>
                <a:cs typeface="Times New Roman" panose="02020603050405020304" pitchFamily="18" charset="0"/>
              </a:rPr>
              <a:t> </a:t>
            </a:r>
            <a:endParaRPr lang="en-US" altLang="en-IN" sz="40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Picture 3" descr="A logo with a red sun and a black background&#10;&#10;AI-generated content may be incorrect."/>
          <p:cNvPicPr>
            <a:picLocks noChangeAspect="1"/>
          </p:cNvPicPr>
          <p:nvPr/>
        </p:nvPicPr>
        <p:blipFill>
          <a:blip r:embed="rId1"/>
          <a:stretch>
            <a:fillRect/>
          </a:stretch>
        </p:blipFill>
        <p:spPr>
          <a:xfrm>
            <a:off x="1277176" y="302491"/>
            <a:ext cx="2124812" cy="12913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endParaRPr lang="en-US" dirty="0"/>
          </a:p>
        </p:txBody>
      </p:sp>
      <p:sp>
        <p:nvSpPr>
          <p:cNvPr id="5" name="Text Box 4"/>
          <p:cNvSpPr txBox="1"/>
          <p:nvPr/>
        </p:nvSpPr>
        <p:spPr>
          <a:xfrm>
            <a:off x="935990" y="369570"/>
            <a:ext cx="2619375" cy="654685"/>
          </a:xfrm>
          <a:prstGeom prst="rect">
            <a:avLst/>
          </a:prstGeom>
          <a:noFill/>
        </p:spPr>
        <p:txBody>
          <a:bodyPr wrap="square" rtlCol="0">
            <a:noAutofit/>
          </a:bodyPr>
          <a:lstStyle/>
          <a:p>
            <a:r>
              <a:rPr lang="en-US" altLang="en-IN" sz="2800" b="1" dirty="0">
                <a:latin typeface="Times New Roman" panose="02020603050405020304" pitchFamily="18" charset="0"/>
                <a:cs typeface="Times New Roman" panose="02020603050405020304" pitchFamily="18" charset="0"/>
              </a:rPr>
              <a:t>CONTENTS :</a:t>
            </a:r>
            <a:r>
              <a:rPr lang="en-IN" altLang="en-US" sz="2800" b="1" dirty="0">
                <a:latin typeface="Times New Roman" panose="02020603050405020304" pitchFamily="18" charset="0"/>
                <a:cs typeface="Times New Roman" panose="02020603050405020304" pitchFamily="18" charset="0"/>
              </a:rPr>
              <a:t> </a:t>
            </a:r>
            <a:endParaRPr lang="en-IN" altLang="en-US" sz="2800" b="1" dirty="0">
              <a:latin typeface="Times New Roman" panose="02020603050405020304" pitchFamily="18" charset="0"/>
              <a:cs typeface="Times New Roman" panose="02020603050405020304" pitchFamily="18" charset="0"/>
            </a:endParaRPr>
          </a:p>
        </p:txBody>
      </p:sp>
      <p:sp>
        <p:nvSpPr>
          <p:cNvPr id="7" name="Text Box 6"/>
          <p:cNvSpPr txBox="1"/>
          <p:nvPr/>
        </p:nvSpPr>
        <p:spPr>
          <a:xfrm>
            <a:off x="1035685" y="1109345"/>
            <a:ext cx="8408035" cy="3284220"/>
          </a:xfrm>
          <a:prstGeom prst="rect">
            <a:avLst/>
          </a:prstGeom>
          <a:noFill/>
        </p:spPr>
        <p:txBody>
          <a:bodyPr wrap="square" rtlCol="0">
            <a:noAutofit/>
          </a:bodyPr>
          <a:lstStyle/>
          <a:p>
            <a:pPr marL="0" indent="0">
              <a:lnSpc>
                <a:spcPct val="150000"/>
              </a:lnSpc>
              <a:buNone/>
            </a:pPr>
            <a:r>
              <a:rPr lang="en-US" sz="2400">
                <a:latin typeface="Times New Roman" panose="02020603050405020304"/>
                <a:ea typeface="+mn-lt"/>
                <a:cs typeface="+mn-lt"/>
                <a:sym typeface="+mn-ea"/>
              </a:rPr>
              <a:t>ABSTRACT </a:t>
            </a:r>
            <a:endParaRPr lang="en-US" sz="2400">
              <a:ea typeface="Calibri Light" panose="020F0302020204030204"/>
              <a:cs typeface="Calibri Light" panose="020F0302020204030204"/>
            </a:endParaRPr>
          </a:p>
          <a:p>
            <a:pPr marL="0" indent="0">
              <a:lnSpc>
                <a:spcPct val="150000"/>
              </a:lnSpc>
              <a:buClr>
                <a:srgbClr val="1287C3"/>
              </a:buClr>
              <a:buNone/>
            </a:pPr>
            <a:r>
              <a:rPr lang="en-US" sz="2400">
                <a:latin typeface="Times New Roman" panose="02020603050405020304"/>
                <a:ea typeface="+mn-lt"/>
                <a:cs typeface="+mn-lt"/>
                <a:sym typeface="+mn-ea"/>
              </a:rPr>
              <a:t>INTRODUCTION</a:t>
            </a:r>
            <a:endParaRPr lang="en-US" sz="2400">
              <a:latin typeface="Times New Roman" panose="02020603050405020304"/>
              <a:ea typeface="+mn-lt"/>
              <a:cs typeface="+mn-lt"/>
            </a:endParaRPr>
          </a:p>
          <a:p>
            <a:pPr marL="0" indent="0">
              <a:lnSpc>
                <a:spcPct val="150000"/>
              </a:lnSpc>
              <a:buClr>
                <a:srgbClr val="1287C3"/>
              </a:buClr>
              <a:buNone/>
            </a:pPr>
            <a:r>
              <a:rPr lang="en-US" sz="2400" dirty="0">
                <a:latin typeface="Times New Roman" panose="02020603050405020304"/>
                <a:ea typeface="+mn-lt"/>
                <a:cs typeface="+mn-lt"/>
                <a:sym typeface="+mn-ea"/>
              </a:rPr>
              <a:t>LITERATURE REVIEW</a:t>
            </a:r>
            <a:endParaRPr lang="en-US" sz="2400" dirty="0">
              <a:latin typeface="Times New Roman" panose="02020603050405020304"/>
              <a:ea typeface="+mn-lt"/>
              <a:cs typeface="+mn-lt"/>
            </a:endParaRPr>
          </a:p>
          <a:p>
            <a:pPr marL="0" indent="0">
              <a:lnSpc>
                <a:spcPct val="150000"/>
              </a:lnSpc>
              <a:buClr>
                <a:srgbClr val="1287C3"/>
              </a:buClr>
              <a:buNone/>
            </a:pPr>
            <a:r>
              <a:rPr lang="en-US" sz="2400" dirty="0">
                <a:latin typeface="Times New Roman" panose="02020603050405020304"/>
                <a:ea typeface="+mn-lt"/>
                <a:cs typeface="+mn-lt"/>
                <a:sym typeface="+mn-ea"/>
              </a:rPr>
              <a:t>EXISTING PROBLEM</a:t>
            </a:r>
            <a:endParaRPr lang="en-US" sz="2400" dirty="0">
              <a:latin typeface="Times New Roman" panose="02020603050405020304"/>
              <a:ea typeface="+mn-lt"/>
              <a:cs typeface="+mn-lt"/>
            </a:endParaRPr>
          </a:p>
          <a:p>
            <a:pPr marL="0" indent="0">
              <a:lnSpc>
                <a:spcPct val="150000"/>
              </a:lnSpc>
              <a:buNone/>
            </a:pPr>
            <a:r>
              <a:rPr lang="en-US" sz="2400">
                <a:latin typeface="Times New Roman" panose="02020603050405020304"/>
                <a:ea typeface="+mn-lt"/>
                <a:cs typeface="+mn-lt"/>
                <a:sym typeface="+mn-ea"/>
              </a:rPr>
              <a:t>RESEARCH OBJECTIVES</a:t>
            </a:r>
            <a:endParaRPr lang="en-US" sz="2400" dirty="0">
              <a:latin typeface="Times New Roman" panose="02020603050405020304"/>
              <a:ea typeface="+mn-lt"/>
              <a:cs typeface="+mn-lt"/>
            </a:endParaRPr>
          </a:p>
          <a:p>
            <a:pPr marL="0" indent="0">
              <a:lnSpc>
                <a:spcPct val="150000"/>
              </a:lnSpc>
              <a:buClr>
                <a:srgbClr val="1287C3"/>
              </a:buClr>
              <a:buNone/>
            </a:pPr>
            <a:r>
              <a:rPr lang="en-US" sz="2400">
                <a:latin typeface="Times New Roman" panose="02020603050405020304"/>
                <a:ea typeface="+mn-lt"/>
                <a:cs typeface="+mn-lt"/>
                <a:sym typeface="+mn-ea"/>
              </a:rPr>
              <a:t>PROPOSED METHODOLOGY</a:t>
            </a:r>
            <a:endParaRPr lang="en-US" sz="2400">
              <a:latin typeface="Times New Roman" panose="02020603050405020304"/>
              <a:ea typeface="+mn-lt"/>
              <a:cs typeface="+mn-lt"/>
            </a:endParaRPr>
          </a:p>
          <a:p>
            <a:pPr marL="0" indent="0">
              <a:lnSpc>
                <a:spcPct val="150000"/>
              </a:lnSpc>
              <a:buClr>
                <a:srgbClr val="1287C3"/>
              </a:buClr>
              <a:buNone/>
            </a:pPr>
            <a:r>
              <a:rPr lang="en-US" sz="2400">
                <a:latin typeface="Times New Roman" panose="02020603050405020304"/>
                <a:ea typeface="+mn-lt"/>
                <a:cs typeface="+mn-lt"/>
                <a:sym typeface="+mn-ea"/>
              </a:rPr>
              <a:t>RESULTS &amp; DISCUSSIONS</a:t>
            </a:r>
            <a:endParaRPr lang="en-US" sz="2400" dirty="0">
              <a:latin typeface="Times New Roman" panose="02020603050405020304"/>
              <a:ea typeface="+mn-lt"/>
              <a:cs typeface="+mn-lt"/>
            </a:endParaRPr>
          </a:p>
          <a:p>
            <a:pPr marL="0" indent="0">
              <a:lnSpc>
                <a:spcPct val="150000"/>
              </a:lnSpc>
              <a:buClr>
                <a:srgbClr val="1287C3"/>
              </a:buClr>
              <a:buNone/>
            </a:pPr>
            <a:r>
              <a:rPr lang="en-US" sz="2400">
                <a:latin typeface="Times New Roman" panose="02020603050405020304"/>
                <a:ea typeface="+mn-lt"/>
                <a:cs typeface="+mn-lt"/>
                <a:sym typeface="+mn-ea"/>
              </a:rPr>
              <a:t>CONCLUSION</a:t>
            </a:r>
            <a:endParaRPr lang="en-US" sz="2400" dirty="0">
              <a:latin typeface="Times New Roman" panose="02020603050405020304"/>
              <a:ea typeface="+mn-lt"/>
              <a:cs typeface="+mn-lt"/>
            </a:endParaRPr>
          </a:p>
          <a:p>
            <a:pPr marL="0" indent="0">
              <a:lnSpc>
                <a:spcPct val="150000"/>
              </a:lnSpc>
              <a:buClr>
                <a:srgbClr val="1287C3"/>
              </a:buClr>
              <a:buNone/>
            </a:pPr>
            <a:r>
              <a:rPr lang="en-US" sz="2400" dirty="0">
                <a:latin typeface="Times New Roman" panose="02020603050405020304"/>
                <a:ea typeface="+mn-lt"/>
                <a:cs typeface="+mn-lt"/>
                <a:sym typeface="+mn-ea"/>
              </a:rPr>
              <a:t>REFERENCES </a:t>
            </a:r>
            <a:endParaRPr lang="en-US" sz="2400" dirty="0">
              <a:latin typeface="Times New Roman" panose="02020603050405020304"/>
              <a:ea typeface="+mn-lt"/>
              <a:cs typeface="+mn-lt"/>
            </a:endParaRPr>
          </a:p>
          <a:p>
            <a:pPr marL="0" indent="0">
              <a:lnSpc>
                <a:spcPct val="150000"/>
              </a:lnSpc>
              <a:buNone/>
            </a:pPr>
            <a:r>
              <a:rPr lang="en-US" sz="2400">
                <a:latin typeface="Times New Roman" panose="02020603050405020304"/>
                <a:ea typeface="Calibri Light" panose="020F0302020204030204"/>
                <a:cs typeface="Calibri Light" panose="020F0302020204030204"/>
                <a:sym typeface="+mn-ea"/>
              </a:rPr>
              <a:t>PAPER PUBLICATION</a:t>
            </a:r>
            <a:endParaRPr lang="en-US" sz="2400" dirty="0">
              <a:latin typeface="Times New Roman" panose="02020603050405020304"/>
              <a:ea typeface="Calibri Light" panose="020F0302020204030204"/>
              <a:cs typeface="Calibri Light" panose="020F0302020204030204"/>
            </a:endParaRPr>
          </a:p>
          <a:p>
            <a:pPr marL="285750" indent="-285750">
              <a:lnSpc>
                <a:spcPct val="150000"/>
              </a:lnSpc>
              <a:buFont typeface="Wingdings" panose="05000000000000000000" charset="0"/>
              <a:buChar char="Ø"/>
            </a:pPr>
            <a:endParaRPr lang="en-IN"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4790" y="0"/>
            <a:ext cx="2874645" cy="685800"/>
          </a:xfrm>
        </p:spPr>
        <p:txBody>
          <a:bodyPr>
            <a:normAutofit fontScale="90000"/>
          </a:bodyPr>
          <a:lstStyle>
            <a:defPPr>
              <a:defRPr lang="en-US"/>
            </a:defPPr>
            <a:lvl1pPr marL="0" algn="l" defTabSz="930275" rtl="0" eaLnBrk="1" latinLnBrk="0" hangingPunct="1">
              <a:defRPr sz="1830" kern="1200">
                <a:solidFill>
                  <a:schemeClr val="tx1"/>
                </a:solidFill>
                <a:latin typeface="+mn-lt"/>
                <a:ea typeface="+mn-ea"/>
                <a:cs typeface="+mn-cs"/>
              </a:defRPr>
            </a:lvl1pPr>
            <a:lvl2pPr marL="465455" algn="l" defTabSz="930275" rtl="0" eaLnBrk="1" latinLnBrk="0" hangingPunct="1">
              <a:defRPr sz="1830" kern="1200">
                <a:solidFill>
                  <a:schemeClr val="tx1"/>
                </a:solidFill>
                <a:latin typeface="+mn-lt"/>
                <a:ea typeface="+mn-ea"/>
                <a:cs typeface="+mn-cs"/>
              </a:defRPr>
            </a:lvl2pPr>
            <a:lvl3pPr marL="930275" algn="l" defTabSz="930275" rtl="0" eaLnBrk="1" latinLnBrk="0" hangingPunct="1">
              <a:defRPr sz="1830" kern="1200">
                <a:solidFill>
                  <a:schemeClr val="tx1"/>
                </a:solidFill>
                <a:latin typeface="+mn-lt"/>
                <a:ea typeface="+mn-ea"/>
                <a:cs typeface="+mn-cs"/>
              </a:defRPr>
            </a:lvl3pPr>
            <a:lvl4pPr marL="1395730" algn="l" defTabSz="930275" rtl="0" eaLnBrk="1" latinLnBrk="0" hangingPunct="1">
              <a:defRPr sz="1830" kern="1200">
                <a:solidFill>
                  <a:schemeClr val="tx1"/>
                </a:solidFill>
                <a:latin typeface="+mn-lt"/>
                <a:ea typeface="+mn-ea"/>
                <a:cs typeface="+mn-cs"/>
              </a:defRPr>
            </a:lvl4pPr>
            <a:lvl5pPr marL="1860550" algn="l" defTabSz="930275" rtl="0" eaLnBrk="1" latinLnBrk="0" hangingPunct="1">
              <a:defRPr sz="1830" kern="1200">
                <a:solidFill>
                  <a:schemeClr val="tx1"/>
                </a:solidFill>
                <a:latin typeface="+mn-lt"/>
                <a:ea typeface="+mn-ea"/>
                <a:cs typeface="+mn-cs"/>
              </a:defRPr>
            </a:lvl5pPr>
            <a:lvl6pPr marL="2326005" algn="l" defTabSz="930275" rtl="0" eaLnBrk="1" latinLnBrk="0" hangingPunct="1">
              <a:defRPr sz="1830" kern="1200">
                <a:solidFill>
                  <a:schemeClr val="tx1"/>
                </a:solidFill>
                <a:latin typeface="+mn-lt"/>
                <a:ea typeface="+mn-ea"/>
                <a:cs typeface="+mn-cs"/>
              </a:defRPr>
            </a:lvl6pPr>
            <a:lvl7pPr marL="2791460" algn="l" defTabSz="930275" rtl="0" eaLnBrk="1" latinLnBrk="0" hangingPunct="1">
              <a:defRPr sz="1830" kern="1200">
                <a:solidFill>
                  <a:schemeClr val="tx1"/>
                </a:solidFill>
                <a:latin typeface="+mn-lt"/>
                <a:ea typeface="+mn-ea"/>
                <a:cs typeface="+mn-cs"/>
              </a:defRPr>
            </a:lvl7pPr>
            <a:lvl8pPr marL="3256280" algn="l" defTabSz="930275" rtl="0" eaLnBrk="1" latinLnBrk="0" hangingPunct="1">
              <a:defRPr sz="1830" kern="1200">
                <a:solidFill>
                  <a:schemeClr val="tx1"/>
                </a:solidFill>
                <a:latin typeface="+mn-lt"/>
                <a:ea typeface="+mn-ea"/>
                <a:cs typeface="+mn-cs"/>
              </a:defRPr>
            </a:lvl8pPr>
            <a:lvl9pPr marL="3721735" algn="l" defTabSz="930275" rtl="0" eaLnBrk="1" latinLnBrk="0" hangingPunct="1">
              <a:defRPr sz="1830" kern="1200">
                <a:solidFill>
                  <a:schemeClr val="tx1"/>
                </a:solidFill>
                <a:latin typeface="+mn-lt"/>
                <a:ea typeface="+mn-ea"/>
                <a:cs typeface="+mn-cs"/>
              </a:defRPr>
            </a:lvl9pPr>
          </a:lstStyle>
          <a:p>
            <a:pPr algn="ctr"/>
            <a:br>
              <a:rPr lang="en-US" sz="3600" b="1" dirty="0">
                <a:latin typeface="Times New Roman" panose="02020603050405020304"/>
                <a:cs typeface="Times New Roman" panose="02020603050405020304"/>
              </a:rPr>
            </a:br>
            <a:br>
              <a:rPr lang="en-US" sz="3600" b="1" dirty="0">
                <a:latin typeface="Times New Roman" panose="02020603050405020304"/>
                <a:cs typeface="Times New Roman" panose="02020603050405020304"/>
              </a:rPr>
            </a:br>
            <a:r>
              <a:rPr lang="en-US" sz="3555" b="1" dirty="0">
                <a:latin typeface="Times New Roman" panose="02020603050405020304"/>
                <a:cs typeface="Times New Roman" panose="02020603050405020304"/>
              </a:rPr>
              <a:t> </a:t>
            </a:r>
            <a:r>
              <a:rPr lang="en-US" sz="3555" b="1" dirty="0">
                <a:solidFill>
                  <a:schemeClr val="tx1"/>
                </a:solidFill>
                <a:latin typeface="Times New Roman" panose="02020603050405020304"/>
                <a:cs typeface="Times New Roman" panose="02020603050405020304"/>
              </a:rPr>
              <a:t> Abstract :</a:t>
            </a:r>
            <a:r>
              <a:rPr lang="en-US" sz="3555" b="1" dirty="0">
                <a:latin typeface="Times New Roman" panose="02020603050405020304"/>
                <a:cs typeface="Times New Roman" panose="02020603050405020304"/>
              </a:rPr>
              <a:t> </a:t>
            </a:r>
            <a:endParaRPr lang="en-US" sz="3555" dirty="0"/>
          </a:p>
        </p:txBody>
      </p:sp>
      <p:sp>
        <p:nvSpPr>
          <p:cNvPr id="3" name="Content Placeholder 2"/>
          <p:cNvSpPr>
            <a:spLocks noGrp="1"/>
          </p:cNvSpPr>
          <p:nvPr>
            <p:ph idx="1"/>
          </p:nvPr>
        </p:nvSpPr>
        <p:spPr>
          <a:xfrm>
            <a:off x="726440" y="1314450"/>
            <a:ext cx="10487025" cy="4205605"/>
          </a:xfrm>
        </p:spPr>
        <p:txBody>
          <a:bodyPr vert="horz" lIns="91440" tIns="45720" rIns="91440" bIns="45720" rtlCol="0" anchor="t">
            <a:noAutofit/>
          </a:bodyPr>
          <a:lstStyle>
            <a:defPPr>
              <a:defRPr lang="en-US"/>
            </a:defPPr>
            <a:lvl1pPr marL="0" algn="l" defTabSz="930275" rtl="0" eaLnBrk="1" latinLnBrk="0" hangingPunct="1">
              <a:defRPr sz="1830" kern="1200">
                <a:solidFill>
                  <a:schemeClr val="tx1"/>
                </a:solidFill>
                <a:latin typeface="+mn-lt"/>
                <a:ea typeface="+mn-ea"/>
                <a:cs typeface="+mn-cs"/>
              </a:defRPr>
            </a:lvl1pPr>
            <a:lvl2pPr marL="465455" algn="l" defTabSz="930275" rtl="0" eaLnBrk="1" latinLnBrk="0" hangingPunct="1">
              <a:defRPr sz="1830" kern="1200">
                <a:solidFill>
                  <a:schemeClr val="tx1"/>
                </a:solidFill>
                <a:latin typeface="+mn-lt"/>
                <a:ea typeface="+mn-ea"/>
                <a:cs typeface="+mn-cs"/>
              </a:defRPr>
            </a:lvl2pPr>
            <a:lvl3pPr marL="930275" algn="l" defTabSz="930275" rtl="0" eaLnBrk="1" latinLnBrk="0" hangingPunct="1">
              <a:defRPr sz="1830" kern="1200">
                <a:solidFill>
                  <a:schemeClr val="tx1"/>
                </a:solidFill>
                <a:latin typeface="+mn-lt"/>
                <a:ea typeface="+mn-ea"/>
                <a:cs typeface="+mn-cs"/>
              </a:defRPr>
            </a:lvl3pPr>
            <a:lvl4pPr marL="1395730" algn="l" defTabSz="930275" rtl="0" eaLnBrk="1" latinLnBrk="0" hangingPunct="1">
              <a:defRPr sz="1830" kern="1200">
                <a:solidFill>
                  <a:schemeClr val="tx1"/>
                </a:solidFill>
                <a:latin typeface="+mn-lt"/>
                <a:ea typeface="+mn-ea"/>
                <a:cs typeface="+mn-cs"/>
              </a:defRPr>
            </a:lvl4pPr>
            <a:lvl5pPr marL="1860550" algn="l" defTabSz="930275" rtl="0" eaLnBrk="1" latinLnBrk="0" hangingPunct="1">
              <a:defRPr sz="1830" kern="1200">
                <a:solidFill>
                  <a:schemeClr val="tx1"/>
                </a:solidFill>
                <a:latin typeface="+mn-lt"/>
                <a:ea typeface="+mn-ea"/>
                <a:cs typeface="+mn-cs"/>
              </a:defRPr>
            </a:lvl5pPr>
            <a:lvl6pPr marL="2326005" algn="l" defTabSz="930275" rtl="0" eaLnBrk="1" latinLnBrk="0" hangingPunct="1">
              <a:defRPr sz="1830" kern="1200">
                <a:solidFill>
                  <a:schemeClr val="tx1"/>
                </a:solidFill>
                <a:latin typeface="+mn-lt"/>
                <a:ea typeface="+mn-ea"/>
                <a:cs typeface="+mn-cs"/>
              </a:defRPr>
            </a:lvl6pPr>
            <a:lvl7pPr marL="2791460" algn="l" defTabSz="930275" rtl="0" eaLnBrk="1" latinLnBrk="0" hangingPunct="1">
              <a:defRPr sz="1830" kern="1200">
                <a:solidFill>
                  <a:schemeClr val="tx1"/>
                </a:solidFill>
                <a:latin typeface="+mn-lt"/>
                <a:ea typeface="+mn-ea"/>
                <a:cs typeface="+mn-cs"/>
              </a:defRPr>
            </a:lvl7pPr>
            <a:lvl8pPr marL="3256280" algn="l" defTabSz="930275" rtl="0" eaLnBrk="1" latinLnBrk="0" hangingPunct="1">
              <a:defRPr sz="1830" kern="1200">
                <a:solidFill>
                  <a:schemeClr val="tx1"/>
                </a:solidFill>
                <a:latin typeface="+mn-lt"/>
                <a:ea typeface="+mn-ea"/>
                <a:cs typeface="+mn-cs"/>
              </a:defRPr>
            </a:lvl8pPr>
            <a:lvl9pPr marL="3721735" algn="l" defTabSz="930275" rtl="0" eaLnBrk="1" latinLnBrk="0" hangingPunct="1">
              <a:defRPr sz="1830" kern="1200">
                <a:solidFill>
                  <a:schemeClr val="tx1"/>
                </a:solidFill>
                <a:latin typeface="+mn-lt"/>
                <a:ea typeface="+mn-ea"/>
                <a:cs typeface="+mn-cs"/>
              </a:defRPr>
            </a:lvl9pPr>
          </a:lstStyle>
          <a:p>
            <a:pPr indent="0" algn="just">
              <a:lnSpc>
                <a:spcPct val="150000"/>
              </a:lnSpc>
              <a:buNone/>
            </a:pPr>
            <a:r>
              <a:rPr lang="en-US" altLang="en-US" sz="2000" dirty="0">
                <a:latin typeface="Times New Roman" panose="02020603050405020304"/>
                <a:ea typeface="+mn-lt"/>
                <a:cs typeface="+mn-lt"/>
              </a:rPr>
              <a:t>Internet of Medical Things (IoMT) and hospital-edge devices to monitor patient health have accelerated the process of generating sensitive medical data. Although this type of data can make a significant contribution to the detection of the disease with the help of artificial intelligence (AI) but also traditional model faced several limitation such as data privacy, computational cost and over-fitting issues. To overcome the limitation this paper suggests a privacy-preserving Federated Learning (FL) model that incorporates a token-based dual-layer authentication and high-level medical image classification. The suggested system requires that hospitals will initially be registered in a Centralized Authorization Authority (CAA) where metadata of devices and hospital credentials are checked and HMAC-SHA256 tokens are generated. FL only accepts authenticated hospitals that possess active tokens, and rest of the nodes are not allowed, therefore safe and reliable participation is guaranteed. </a:t>
            </a:r>
            <a:endParaRPr lang="en-IN" altLang="en-US" sz="2000" dirty="0">
              <a:latin typeface="Times New Roman" panose="02020603050405020304"/>
              <a:ea typeface="+mn-lt"/>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 name="Date Placeholder 3"/>
          <p:cNvSpPr>
            <a:spLocks noGrp="1"/>
          </p:cNvSpPr>
          <p:nvPr>
            <p:ph type="dt" sz="half" idx="10"/>
          </p:nvPr>
        </p:nvSpPr>
        <p:spPr/>
        <p:txBody>
          <a:bodyPr/>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fld id="{E30AF5A0-43BB-4336-8627-9123B9144D80}" type="slidenum">
              <a:rPr lang="en-US" smtClean="0"/>
            </a:fld>
            <a:endParaRPr lang="en-US" dirty="0"/>
          </a:p>
        </p:txBody>
      </p:sp>
      <p:sp>
        <p:nvSpPr>
          <p:cNvPr id="7" name="Text Box 6"/>
          <p:cNvSpPr txBox="1"/>
          <p:nvPr/>
        </p:nvSpPr>
        <p:spPr>
          <a:xfrm>
            <a:off x="899795" y="913765"/>
            <a:ext cx="10189210" cy="4179570"/>
          </a:xfrm>
          <a:prstGeom prst="rect">
            <a:avLst/>
          </a:prstGeom>
          <a:noFill/>
        </p:spPr>
        <p:txBody>
          <a:bodyPr wrap="square" rtlCol="0">
            <a:noAutofit/>
          </a:bodyPr>
          <a:p>
            <a:pPr algn="just">
              <a:lnSpc>
                <a:spcPct val="150000"/>
              </a:lnSpc>
            </a:pPr>
            <a:r>
              <a:rPr lang="en-US" altLang="en-US" sz="2000" dirty="0">
                <a:latin typeface="Times New Roman" panose="02020603050405020304"/>
                <a:ea typeface="+mn-lt"/>
                <a:cs typeface="+mn-lt"/>
                <a:sym typeface="+mn-ea"/>
              </a:rPr>
              <a:t>To train locally, each hospital applies Optimized Spatial Densely Connected Swin Transformer (OSDSTran), an architecture with a combination of spatial attention and transformer layers to successfully discern local and global characteristics of the chest X-ray images to classify the disease. The Prairie Dog Optimization Algorithm (PDOA) is then used to refine the hyper-parameters and to provide an accurate result. Authorized updates are fully secured by FedAvg, and the patient information is all local, which guarantees a high level privacy protection. The proposed method has been proven to be efficient in secure and reliable medical image classification with accuracy of 98.88% and precision of 98.65%, which will improve the mo</a:t>
            </a:r>
            <a:r>
              <a:rPr lang="en-IN" altLang="en-US" sz="2000" dirty="0">
                <a:latin typeface="Times New Roman" panose="02020603050405020304"/>
                <a:ea typeface="+mn-lt"/>
                <a:cs typeface="+mn-lt"/>
                <a:sym typeface="+mn-ea"/>
              </a:rPr>
              <a:t>del.</a:t>
            </a:r>
            <a:endParaRPr lang="en-IN" altLang="en-US" sz="2000" dirty="0">
              <a:latin typeface="Times New Roman" panose="02020603050405020304"/>
              <a:ea typeface="+mn-lt"/>
              <a:cs typeface="+mn-lt"/>
            </a:endParaRPr>
          </a:p>
          <a:p>
            <a:pPr algn="just">
              <a:lnSpc>
                <a:spcPct val="150000"/>
              </a:lnSpc>
            </a:pPr>
            <a:endParaRPr lang="en-US" sz="20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41655" y="270510"/>
            <a:ext cx="3369310" cy="769620"/>
          </a:xfrm>
          <a:solidFill>
            <a:schemeClr val="bg1">
              <a:alpha val="0"/>
            </a:schemeClr>
          </a:solidFill>
        </p:spPr>
        <p:style>
          <a:lnRef idx="0">
            <a:srgbClr val="FFFFFF"/>
          </a:lnRef>
          <a:fillRef idx="3">
            <a:schemeClr val="accent1"/>
          </a:fillRef>
          <a:effectRef idx="0">
            <a:srgbClr val="FFFFFF"/>
          </a:effectRef>
          <a:fontRef idx="minor">
            <a:schemeClr val="lt1"/>
          </a:fontRef>
        </p:style>
        <p:txBody>
          <a:bodyPr>
            <a:normAutofit fontScale="90000"/>
          </a:bodyPr>
          <a:lstStyle/>
          <a:p>
            <a:r>
              <a:rPr lang="en-US" sz="3110" b="1" dirty="0">
                <a:solidFill>
                  <a:schemeClr val="tx1"/>
                </a:solidFill>
                <a:latin typeface="Times New Roman" panose="02020603050405020304" pitchFamily="18" charset="0"/>
                <a:cs typeface="Times New Roman" panose="02020603050405020304" pitchFamily="18" charset="0"/>
              </a:rPr>
              <a:t>INTRODUCTION :</a:t>
            </a:r>
            <a:endParaRPr lang="en-US" sz="311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6760" y="1543050"/>
            <a:ext cx="9864090" cy="4631690"/>
          </a:xfrm>
        </p:spPr>
        <p:txBody>
          <a:bodyPr>
            <a:noAutofit/>
          </a:bodyPr>
          <a:lstStyle/>
          <a:p>
            <a:pPr algn="just">
              <a:lnSpc>
                <a:spcPct val="150000"/>
              </a:lnSpc>
            </a:pPr>
            <a:r>
              <a:rPr lang="en-US" altLang="en-US" sz="2200">
                <a:latin typeface="Times New Roman" panose="02020603050405020304" pitchFamily="18" charset="0"/>
                <a:cs typeface="Times New Roman" panose="02020603050405020304" pitchFamily="18" charset="0"/>
              </a:rPr>
              <a:t>Internet of Medical Things (IoMT) devices are widely used in healthcare for real-time patient monitoring.</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These devices generate large amounts of sensitive medical data.</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Advanced technologies like AI, Machine Learning, and Cloud Computing improve healthcare efficiency.</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However, data privacy and security are major concerns in healthcare systems.</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Unauthorized access to medical data can lead to privacy violations and financial loss.</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Traditional AI models require centralized data storage, increasing risk of data breaches.</a:t>
            </a:r>
            <a:endParaRPr lang="en-US" alt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Title 1"/>
          <p:cNvSpPr>
            <a:spLocks noGrp="1"/>
          </p:cNvSpPr>
          <p:nvPr>
            <p:ph type="title"/>
          </p:nvPr>
        </p:nvSpPr>
        <p:spPr>
          <a:xfrm>
            <a:off x="12663805" y="524510"/>
            <a:ext cx="2671445" cy="3088640"/>
          </a:xfrm>
        </p:spPr>
        <p:txBody>
          <a:bodyPr/>
          <a:p>
            <a:endParaRPr lang="en-US"/>
          </a:p>
        </p:txBody>
      </p:sp>
      <p:sp>
        <p:nvSpPr>
          <p:cNvPr id="3" name="Content Placeholder 2"/>
          <p:cNvSpPr>
            <a:spLocks noGrp="1"/>
          </p:cNvSpPr>
          <p:nvPr>
            <p:ph idx="1"/>
          </p:nvPr>
        </p:nvSpPr>
        <p:spPr>
          <a:xfrm>
            <a:off x="771525" y="1827530"/>
            <a:ext cx="10317480" cy="3383280"/>
          </a:xfrm>
        </p:spPr>
        <p:txBody>
          <a:bodyPr>
            <a:noAutofit/>
          </a:bodyPr>
          <a:p>
            <a:pPr algn="just">
              <a:lnSpc>
                <a:spcPct val="150000"/>
              </a:lnSpc>
            </a:pPr>
            <a:r>
              <a:rPr lang="en-US" altLang="en-US" sz="2200">
                <a:latin typeface="Times New Roman" panose="02020603050405020304" pitchFamily="18" charset="0"/>
                <a:cs typeface="Times New Roman" panose="02020603050405020304" pitchFamily="18" charset="0"/>
              </a:rPr>
              <a:t>Federated Learning (FL) allows training models without sharing raw data.</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It ensures data remains local, improving privacy protection.</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However, existing FL systems lack strong authentication mechanisms.</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This may allow unauthorized or malicious devices to participate.</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IoMT systems are vulnerable to cyber-attacks and data leakage.</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Therefore, there is a need for a secure, privacy-preserving, and reliable healthcare system.</a:t>
            </a:r>
            <a:endParaRPr lang="en-US" altLang="en-US" sz="2200">
              <a:latin typeface="Times New Roman" panose="02020603050405020304" pitchFamily="18" charset="0"/>
              <a:cs typeface="Times New Roman" panose="02020603050405020304" pitchFamily="18" charset="0"/>
            </a:endParaRPr>
          </a:p>
          <a:p>
            <a:pPr algn="just">
              <a:lnSpc>
                <a:spcPct val="150000"/>
              </a:lnSpc>
            </a:pPr>
            <a:r>
              <a:rPr lang="en-US" altLang="en-US" sz="2200">
                <a:latin typeface="Times New Roman" panose="02020603050405020304" pitchFamily="18" charset="0"/>
                <a:cs typeface="Times New Roman" panose="02020603050405020304" pitchFamily="18" charset="0"/>
              </a:rPr>
              <a:t>Increasing use of IoMT devices leads to high computational cost and scalability challenges in healthcare systems.</a:t>
            </a:r>
            <a:endParaRPr lang="en-US" alt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Title 1"/>
          <p:cNvSpPr>
            <a:spLocks noGrp="1"/>
          </p:cNvSpPr>
          <p:nvPr>
            <p:ph type="title"/>
          </p:nvPr>
        </p:nvSpPr>
        <p:spPr>
          <a:xfrm>
            <a:off x="511810" y="414655"/>
            <a:ext cx="4775200" cy="525780"/>
          </a:xfrm>
        </p:spPr>
        <p:txBody>
          <a:bodyPr>
            <a:noAutofit/>
          </a:bodyPr>
          <a:p>
            <a:r>
              <a:rPr lang="en-US" altLang="en-US" sz="2800" b="1">
                <a:solidFill>
                  <a:schemeClr val="tx1"/>
                </a:solidFill>
                <a:latin typeface="Times New Roman" panose="02020603050405020304" pitchFamily="18" charset="0"/>
                <a:cs typeface="Times New Roman" panose="02020603050405020304" pitchFamily="18" charset="0"/>
                <a:sym typeface="+mn-ea"/>
              </a:rPr>
              <a:t>LITERATURE REVIEW :</a:t>
            </a:r>
            <a:r>
              <a:rPr lang="en-US" altLang="en-US" sz="2400" b="1">
                <a:solidFill>
                  <a:schemeClr val="accent1">
                    <a:lumMod val="75000"/>
                  </a:schemeClr>
                </a:solidFill>
                <a:latin typeface="Times New Roman" panose="02020603050405020304" pitchFamily="18" charset="0"/>
                <a:cs typeface="Times New Roman" panose="02020603050405020304" pitchFamily="18" charset="0"/>
                <a:sym typeface="+mn-ea"/>
              </a:rPr>
              <a:t> </a:t>
            </a:r>
            <a:endParaRPr lang="en-US" altLang="en-US" sz="2400" b="1">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1765300" y="1145540"/>
            <a:ext cx="10144125" cy="4892675"/>
          </a:xfrm>
        </p:spPr>
        <p:txBody>
          <a:bodyPr>
            <a:noAutofit/>
          </a:bodyPr>
          <a:p>
            <a:pPr marL="0" indent="0">
              <a:buNone/>
            </a:pPr>
            <a:endParaRPr lang="en-US" altLang="en-US" sz="1600" b="1">
              <a:latin typeface="Times New Roman" panose="02020603050405020304" pitchFamily="18" charset="0"/>
              <a:cs typeface="Times New Roman" panose="02020603050405020304" pitchFamily="18" charset="0"/>
              <a:sym typeface="+mn-ea"/>
            </a:endParaRPr>
          </a:p>
          <a:p>
            <a:pPr lvl="1"/>
            <a:endParaRPr lang="en-US" altLang="en-US" sz="17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
        <p:nvSpPr>
          <p:cNvPr id="7" name="Text Box 6"/>
          <p:cNvSpPr txBox="1"/>
          <p:nvPr/>
        </p:nvSpPr>
        <p:spPr>
          <a:xfrm>
            <a:off x="592455" y="1233170"/>
            <a:ext cx="10782300" cy="4358005"/>
          </a:xfrm>
          <a:prstGeom prst="rect">
            <a:avLst/>
          </a:prstGeom>
          <a:noFill/>
        </p:spPr>
        <p:txBody>
          <a:bodyPr wrap="square" rtlCol="0">
            <a:noAutofit/>
          </a:bodyPr>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Traditional healthcare AI models used centralized data, leading to privacy and security risks</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Federated Learning (FL) enabled privacy-preserving training without sharing raw data</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Existing FL models improved privacy but lacked strong authentication mechanisms</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Deep learning models enhanced medical image classification accuracy</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Advanced approaches increased performance but introduced high computational cost and complexity</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Limitations like poor generalization, authentication delay, and security vulnerabilities still exist</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Existing models suffer from reduced operational time due to frequent authentication</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Different hospital nodes or IoT devices require high local training, increasing computational cost</a:t>
            </a:r>
            <a:endParaRPr lang="en-US" altLang="en-US" sz="200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Many approaches show limited generalization and reduced reliability in real-time clinical use</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4294967295"/>
            <p:custDataLst>
              <p:tags r:id="rId1"/>
            </p:custDataLst>
          </p:nvPr>
        </p:nvGraphicFramePr>
        <p:xfrm>
          <a:off x="857250" y="555625"/>
          <a:ext cx="10530840" cy="5857875"/>
        </p:xfrm>
        <a:graphic>
          <a:graphicData uri="http://schemas.openxmlformats.org/drawingml/2006/table">
            <a:tbl>
              <a:tblPr firstRow="1" bandRow="1">
                <a:tableStyleId>{5C22544A-7EE6-4342-B048-85BDC9FD1C3A}</a:tableStyleId>
              </a:tblPr>
              <a:tblGrid>
                <a:gridCol w="2125345"/>
                <a:gridCol w="2355850"/>
                <a:gridCol w="1806575"/>
                <a:gridCol w="4243070"/>
              </a:tblGrid>
              <a:tr h="648970">
                <a:tc>
                  <a:txBody>
                    <a:bodyPr/>
                    <a:lstStyle/>
                    <a:p>
                      <a:pPr>
                        <a:buNone/>
                      </a:pPr>
                      <a:r>
                        <a:rPr lang="en-US" altLang="en-US"/>
                        <a:t>Author name &amp; References </a:t>
                      </a:r>
                      <a:endParaRPr lang="en-US" altLang="en-US"/>
                    </a:p>
                  </a:txBody>
                  <a:tcPr>
                    <a:solidFill>
                      <a:schemeClr val="tx1"/>
                    </a:solidFill>
                  </a:tcPr>
                </a:tc>
                <a:tc>
                  <a:txBody>
                    <a:bodyPr/>
                    <a:lstStyle/>
                    <a:p>
                      <a:pPr>
                        <a:buNone/>
                      </a:pPr>
                      <a:r>
                        <a:rPr lang="en-US" altLang="en-US"/>
                        <a:t>Models </a:t>
                      </a:r>
                      <a:endParaRPr lang="en-US" altLang="en-US"/>
                    </a:p>
                  </a:txBody>
                  <a:tcPr>
                    <a:solidFill>
                      <a:schemeClr val="tx1"/>
                    </a:solidFill>
                  </a:tcPr>
                </a:tc>
                <a:tc>
                  <a:txBody>
                    <a:bodyPr/>
                    <a:lstStyle/>
                    <a:p>
                      <a:pPr>
                        <a:buNone/>
                      </a:pPr>
                      <a:r>
                        <a:rPr lang="en-US" altLang="en-US"/>
                        <a:t>Performance </a:t>
                      </a:r>
                      <a:endParaRPr lang="en-US" altLang="en-US"/>
                    </a:p>
                  </a:txBody>
                  <a:tcPr>
                    <a:solidFill>
                      <a:schemeClr val="tx1"/>
                    </a:solidFill>
                  </a:tcPr>
                </a:tc>
                <a:tc>
                  <a:txBody>
                    <a:bodyPr/>
                    <a:lstStyle/>
                    <a:p>
                      <a:pPr>
                        <a:buNone/>
                      </a:pPr>
                      <a:r>
                        <a:rPr lang="en-US" altLang="en-US"/>
                        <a:t>Disadvantages</a:t>
                      </a:r>
                      <a:endParaRPr lang="en-US" altLang="en-US"/>
                    </a:p>
                  </a:txBody>
                  <a:tcPr>
                    <a:solidFill>
                      <a:schemeClr val="tx1"/>
                    </a:solidFill>
                  </a:tcPr>
                </a:tc>
              </a:tr>
              <a:tr h="1485265">
                <a:tc>
                  <a:txBody>
                    <a:bodyPr/>
                    <a:lstStyle/>
                    <a:p>
                      <a:pPr>
                        <a:buNone/>
                      </a:pPr>
                      <a:endParaRPr lang="en-US" altLang="en-US"/>
                    </a:p>
                    <a:p>
                      <a:pPr>
                        <a:buNone/>
                      </a:pPr>
                      <a:r>
                        <a:rPr lang="en-US" altLang="en-US"/>
                        <a:t>Ahmed et al. [16]</a:t>
                      </a:r>
                      <a:endParaRPr lang="en-US" altLang="en-US"/>
                    </a:p>
                  </a:txBody>
                  <a:tcPr>
                    <a:solidFill>
                      <a:schemeClr val="accent1">
                        <a:lumMod val="60000"/>
                        <a:lumOff val="40000"/>
                      </a:schemeClr>
                    </a:solidFill>
                  </a:tcPr>
                </a:tc>
                <a:tc>
                  <a:txBody>
                    <a:bodyPr/>
                    <a:lstStyle/>
                    <a:p>
                      <a:pPr>
                        <a:buNone/>
                      </a:pPr>
                      <a:r>
                        <a:rPr lang="en-US" altLang="en-US"/>
                        <a:t>Medical Edge-devices privacy enhanced technique based on the federated learning</a:t>
                      </a:r>
                      <a:endParaRPr lang="en-US" altLang="en-US"/>
                    </a:p>
                  </a:txBody>
                  <a:tcPr>
                    <a:solidFill>
                      <a:schemeClr val="accent1">
                        <a:lumMod val="60000"/>
                        <a:lumOff val="40000"/>
                      </a:schemeClr>
                    </a:solidFill>
                  </a:tcPr>
                </a:tc>
                <a:tc>
                  <a:txBody>
                    <a:bodyPr/>
                    <a:lstStyle/>
                    <a:p>
                      <a:pPr>
                        <a:buNone/>
                      </a:pPr>
                      <a:r>
                        <a:rPr lang="en-US" altLang="en-US"/>
                        <a:t>Accuracy of 96%</a:t>
                      </a:r>
                      <a:endParaRPr lang="en-US" altLang="en-US"/>
                    </a:p>
                  </a:txBody>
                  <a:tcPr>
                    <a:solidFill>
                      <a:schemeClr val="accent1">
                        <a:lumMod val="60000"/>
                        <a:lumOff val="40000"/>
                      </a:schemeClr>
                    </a:solidFill>
                  </a:tcPr>
                </a:tc>
                <a:tc>
                  <a:txBody>
                    <a:bodyPr/>
                    <a:lstStyle/>
                    <a:p>
                      <a:pPr>
                        <a:buNone/>
                      </a:pPr>
                      <a:r>
                        <a:rPr lang="en-US" altLang="en-US"/>
                        <a:t>The model may suffer reduced operational time due to the frequent authentication</a:t>
                      </a:r>
                      <a:endParaRPr lang="en-US" altLang="en-US"/>
                    </a:p>
                  </a:txBody>
                  <a:tcPr>
                    <a:solidFill>
                      <a:schemeClr val="accent1">
                        <a:lumMod val="60000"/>
                        <a:lumOff val="40000"/>
                      </a:schemeClr>
                    </a:solidFill>
                  </a:tcPr>
                </a:tc>
              </a:tr>
              <a:tr h="792480">
                <a:tc>
                  <a:txBody>
                    <a:bodyPr/>
                    <a:lstStyle/>
                    <a:p>
                      <a:pPr>
                        <a:buNone/>
                      </a:pPr>
                      <a:r>
                        <a:rPr lang="en-US" altLang="en-US"/>
                        <a:t>Ayyappan et al. [17]</a:t>
                      </a:r>
                      <a:endParaRPr lang="en-US" altLang="en-US"/>
                    </a:p>
                  </a:txBody>
                  <a:tcPr>
                    <a:solidFill>
                      <a:schemeClr val="accent1">
                        <a:lumMod val="20000"/>
                        <a:lumOff val="80000"/>
                      </a:schemeClr>
                    </a:solidFill>
                  </a:tcPr>
                </a:tc>
                <a:tc>
                  <a:txBody>
                    <a:bodyPr/>
                    <a:lstStyle/>
                    <a:p>
                      <a:pPr>
                        <a:buNone/>
                      </a:pPr>
                      <a:r>
                        <a:rPr lang="en-US" altLang="en-US"/>
                        <a:t>Ayyappan et al. [17]</a:t>
                      </a:r>
                      <a:endParaRPr lang="en-US" altLang="en-US"/>
                    </a:p>
                  </a:txBody>
                  <a:tcPr>
                    <a:solidFill>
                      <a:schemeClr val="accent1">
                        <a:lumMod val="20000"/>
                        <a:lumOff val="80000"/>
                      </a:schemeClr>
                    </a:solidFill>
                  </a:tcPr>
                </a:tc>
                <a:tc>
                  <a:txBody>
                    <a:bodyPr/>
                    <a:lstStyle/>
                    <a:p>
                      <a:pPr>
                        <a:buNone/>
                      </a:pPr>
                      <a:r>
                        <a:rPr lang="en-US" altLang="en-US"/>
                        <a:t>Accuracy of 91.2%</a:t>
                      </a:r>
                      <a:endParaRPr lang="en-US" altLang="en-US"/>
                    </a:p>
                  </a:txBody>
                  <a:tcPr>
                    <a:solidFill>
                      <a:schemeClr val="accent1">
                        <a:lumMod val="20000"/>
                        <a:lumOff val="80000"/>
                      </a:schemeClr>
                    </a:solidFill>
                  </a:tcPr>
                </a:tc>
                <a:tc>
                  <a:txBody>
                    <a:bodyPr/>
                    <a:lstStyle/>
                    <a:p>
                      <a:pPr>
                        <a:buNone/>
                      </a:pPr>
                      <a:r>
                        <a:rPr lang="en-US" altLang="en-US"/>
                        <a:t>Different hospital nodes or IoT devices may requires high training.</a:t>
                      </a:r>
                      <a:endParaRPr lang="en-US" altLang="en-US"/>
                    </a:p>
                  </a:txBody>
                  <a:tcPr>
                    <a:solidFill>
                      <a:schemeClr val="accent1">
                        <a:lumMod val="20000"/>
                        <a:lumOff val="80000"/>
                      </a:schemeClr>
                    </a:solidFill>
                  </a:tcPr>
                </a:tc>
              </a:tr>
              <a:tr h="1075690">
                <a:tc>
                  <a:txBody>
                    <a:bodyPr/>
                    <a:lstStyle/>
                    <a:p>
                      <a:pPr>
                        <a:buNone/>
                      </a:pPr>
                      <a:r>
                        <a:rPr lang="en-US" altLang="en-US"/>
                        <a:t>Yang et al. [18]</a:t>
                      </a:r>
                      <a:endParaRPr lang="en-US" altLang="en-US"/>
                    </a:p>
                  </a:txBody>
                  <a:tcPr>
                    <a:solidFill>
                      <a:schemeClr val="accent1">
                        <a:lumMod val="60000"/>
                        <a:lumOff val="40000"/>
                      </a:schemeClr>
                    </a:solidFill>
                  </a:tcPr>
                </a:tc>
                <a:tc>
                  <a:txBody>
                    <a:bodyPr/>
                    <a:lstStyle/>
                    <a:p>
                      <a:pPr>
                        <a:buNone/>
                      </a:pPr>
                      <a:r>
                        <a:rPr lang="en-US" altLang="en-US"/>
                        <a:t>Clu-FDL</a:t>
                      </a:r>
                      <a:endParaRPr lang="en-US" altLang="en-US"/>
                    </a:p>
                  </a:txBody>
                  <a:tcPr>
                    <a:solidFill>
                      <a:schemeClr val="accent1">
                        <a:lumMod val="60000"/>
                        <a:lumOff val="40000"/>
                      </a:schemeClr>
                    </a:solidFill>
                  </a:tcPr>
                </a:tc>
                <a:tc>
                  <a:txBody>
                    <a:bodyPr/>
                    <a:lstStyle/>
                    <a:p>
                      <a:pPr>
                        <a:buNone/>
                      </a:pPr>
                      <a:r>
                        <a:rPr lang="en-US" altLang="en-US"/>
                        <a:t>Precision of 93%</a:t>
                      </a:r>
                      <a:endParaRPr lang="en-US" altLang="en-US"/>
                    </a:p>
                  </a:txBody>
                  <a:tcPr>
                    <a:solidFill>
                      <a:schemeClr val="accent1">
                        <a:lumMod val="60000"/>
                        <a:lumOff val="40000"/>
                      </a:schemeClr>
                    </a:solidFill>
                  </a:tcPr>
                </a:tc>
                <a:tc>
                  <a:txBody>
                    <a:bodyPr/>
                    <a:lstStyle/>
                    <a:p>
                      <a:pPr>
                        <a:buNone/>
                      </a:pPr>
                      <a:r>
                        <a:rPr lang="en-US" altLang="en-US"/>
                        <a:t>Clu-FDL model required high computational power in training time this may increase computational cost</a:t>
                      </a:r>
                      <a:r>
                        <a:rPr lang="en-IN" altLang="en-US"/>
                        <a:t>.</a:t>
                      </a:r>
                      <a:endParaRPr lang="en-IN" altLang="en-US"/>
                    </a:p>
                  </a:txBody>
                  <a:tcPr>
                    <a:solidFill>
                      <a:schemeClr val="accent1">
                        <a:lumMod val="60000"/>
                        <a:lumOff val="40000"/>
                      </a:schemeClr>
                    </a:solidFill>
                  </a:tcPr>
                </a:tc>
              </a:tr>
              <a:tr h="927735">
                <a:tc>
                  <a:txBody>
                    <a:bodyPr/>
                    <a:lstStyle/>
                    <a:p>
                      <a:pPr>
                        <a:buNone/>
                      </a:pPr>
                      <a:r>
                        <a:rPr lang="en-US" altLang="en-US"/>
                        <a:t>Eshwarappa et al. [19]</a:t>
                      </a:r>
                      <a:endParaRPr lang="en-US" altLang="en-US"/>
                    </a:p>
                  </a:txBody>
                  <a:tcPr>
                    <a:solidFill>
                      <a:schemeClr val="accent1">
                        <a:lumMod val="20000"/>
                        <a:lumOff val="80000"/>
                      </a:schemeClr>
                    </a:solidFill>
                  </a:tcPr>
                </a:tc>
                <a:tc>
                  <a:txBody>
                    <a:bodyPr/>
                    <a:lstStyle/>
                    <a:p>
                      <a:pPr>
                        <a:buNone/>
                      </a:pPr>
                      <a:r>
                        <a:rPr lang="en-US" altLang="en-US"/>
                        <a:t>Edge-Avg</a:t>
                      </a:r>
                      <a:endParaRPr lang="en-US" altLang="en-US"/>
                    </a:p>
                  </a:txBody>
                  <a:tcPr>
                    <a:solidFill>
                      <a:schemeClr val="accent1">
                        <a:lumMod val="20000"/>
                        <a:lumOff val="80000"/>
                      </a:schemeClr>
                    </a:solidFill>
                  </a:tcPr>
                </a:tc>
                <a:tc>
                  <a:txBody>
                    <a:bodyPr/>
                    <a:lstStyle/>
                    <a:p>
                      <a:pPr>
                        <a:buNone/>
                      </a:pPr>
                      <a:r>
                        <a:rPr lang="en-US" altLang="en-US"/>
                        <a:t>Accuracy of 93.94%</a:t>
                      </a:r>
                      <a:endParaRPr lang="en-US" altLang="en-US"/>
                    </a:p>
                  </a:txBody>
                  <a:tcPr>
                    <a:solidFill>
                      <a:schemeClr val="accent1">
                        <a:lumMod val="20000"/>
                        <a:lumOff val="80000"/>
                      </a:schemeClr>
                    </a:solidFill>
                  </a:tcPr>
                </a:tc>
                <a:tc>
                  <a:txBody>
                    <a:bodyPr/>
                    <a:lstStyle/>
                    <a:p>
                      <a:pPr>
                        <a:buNone/>
                      </a:pPr>
                      <a:r>
                        <a:rPr lang="en-US" altLang="en-US"/>
                        <a:t>The dependence on image quality was affected in reliability of real-time clinical use</a:t>
                      </a:r>
                      <a:endParaRPr lang="en-US" altLang="en-US"/>
                    </a:p>
                  </a:txBody>
                  <a:tcPr>
                    <a:solidFill>
                      <a:schemeClr val="accent1">
                        <a:lumMod val="20000"/>
                        <a:lumOff val="80000"/>
                      </a:schemeClr>
                    </a:solidFill>
                  </a:tcPr>
                </a:tc>
              </a:tr>
              <a:tr h="927735">
                <a:tc>
                  <a:txBody>
                    <a:bodyPr/>
                    <a:lstStyle/>
                    <a:p>
                      <a:pPr>
                        <a:buNone/>
                      </a:pPr>
                      <a:r>
                        <a:rPr lang="en-US" altLang="en-US"/>
                        <a:t>Chen et al. [20]</a:t>
                      </a:r>
                      <a:endParaRPr lang="en-US" altLang="en-US"/>
                    </a:p>
                  </a:txBody>
                  <a:tcPr>
                    <a:solidFill>
                      <a:schemeClr val="accent1">
                        <a:lumMod val="60000"/>
                        <a:lumOff val="40000"/>
                      </a:schemeClr>
                    </a:solidFill>
                  </a:tcPr>
                </a:tc>
                <a:tc>
                  <a:txBody>
                    <a:bodyPr/>
                    <a:lstStyle/>
                    <a:p>
                      <a:pPr>
                        <a:buNone/>
                      </a:pPr>
                      <a:r>
                        <a:rPr lang="en-US" altLang="en-US"/>
                        <a:t>AQ-FDNF</a:t>
                      </a:r>
                      <a:endParaRPr lang="en-US" altLang="en-US"/>
                    </a:p>
                  </a:txBody>
                  <a:tcPr>
                    <a:solidFill>
                      <a:schemeClr val="accent1">
                        <a:lumMod val="60000"/>
                        <a:lumOff val="40000"/>
                      </a:schemeClr>
                    </a:solidFill>
                  </a:tcPr>
                </a:tc>
                <a:tc>
                  <a:txBody>
                    <a:bodyPr/>
                    <a:lstStyle/>
                    <a:p>
                      <a:pPr>
                        <a:buNone/>
                      </a:pPr>
                      <a:r>
                        <a:rPr lang="en-US" altLang="en-US"/>
                        <a:t>Accuracy of 93.8%</a:t>
                      </a:r>
                      <a:endParaRPr lang="en-US" altLang="en-US"/>
                    </a:p>
                  </a:txBody>
                  <a:tcPr>
                    <a:solidFill>
                      <a:schemeClr val="accent1">
                        <a:lumMod val="60000"/>
                        <a:lumOff val="40000"/>
                      </a:schemeClr>
                    </a:solidFill>
                  </a:tcPr>
                </a:tc>
                <a:tc>
                  <a:txBody>
                    <a:bodyPr/>
                    <a:lstStyle/>
                    <a:p>
                      <a:pPr>
                        <a:buNone/>
                      </a:pPr>
                      <a:r>
                        <a:rPr lang="en-US" altLang="en-US"/>
                        <a:t>The complexity of the model was limited generalization issues this may degrade model performance.</a:t>
                      </a:r>
                      <a:endParaRPr lang="en-US" altLang="en-US"/>
                    </a:p>
                  </a:txBody>
                  <a:tcPr>
                    <a:solidFill>
                      <a:schemeClr val="accent1">
                        <a:lumMod val="60000"/>
                        <a:lumOff val="40000"/>
                      </a:schemeClr>
                    </a:solidFill>
                  </a:tcPr>
                </a:tc>
              </a:tr>
            </a:tbl>
          </a:graphicData>
        </a:graphic>
      </p:graphicFrame>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752388" y="6118539"/>
            <a:ext cx="7172729" cy="374760"/>
          </a:xfrm>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636905" y="396240"/>
            <a:ext cx="4114165" cy="665480"/>
          </a:xfrm>
        </p:spPr>
        <p:txBody>
          <a:bodyPr>
            <a:normAutofit/>
          </a:bodyPr>
          <a:p>
            <a:r>
              <a:rPr lang="en-US" sz="2400" b="1">
                <a:latin typeface="Times New Roman" panose="02020603050405020304" pitchFamily="18" charset="0"/>
                <a:cs typeface="Times New Roman" panose="02020603050405020304" pitchFamily="18" charset="0"/>
              </a:rPr>
              <a:t>EXISTING PROBLEM </a:t>
            </a:r>
            <a:r>
              <a:rPr lang="en-US" sz="3110" b="1">
                <a:latin typeface="Times New Roman" panose="02020603050405020304" pitchFamily="18" charset="0"/>
                <a:cs typeface="Times New Roman" panose="02020603050405020304" pitchFamily="18" charset="0"/>
              </a:rPr>
              <a:t>:  </a:t>
            </a:r>
            <a:endParaRPr lang="en-US" sz="311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gradFill>
            <a:gsLst>
              <a:gs pos="100000">
                <a:schemeClr val="accent1">
                  <a:lumMod val="45000"/>
                  <a:lumOff val="55000"/>
                  <a:alpha val="0"/>
                </a:schemeClr>
              </a:gs>
              <a:gs pos="100000">
                <a:schemeClr val="accent1">
                  <a:lumMod val="30000"/>
                  <a:lumOff val="70000"/>
                </a:schemeClr>
              </a:gs>
            </a:gsLst>
            <a:lin ang="5400000" scaled="1"/>
          </a:gradFill>
        </p:spPr>
        <p:txBody>
          <a:bodyPr>
            <a:normAutofit/>
          </a:bodyPr>
          <a:lstStyle/>
          <a:p>
            <a:pPr marL="0" lvl="0" indent="0" algn="l">
              <a:lnSpc>
                <a:spcPct val="150000"/>
              </a:lnSpc>
              <a:buFont typeface="Arial" panose="020B0604020202020204" pitchFamily="34" charset="0"/>
              <a:buNone/>
            </a:pPr>
            <a:endParaRPr lang="en-US" altLang="en-US" sz="8000" dirty="0">
              <a:latin typeface="Times New Roman" panose="02020603050405020304" pitchFamily="18" charset="0"/>
              <a:cs typeface="Times New Roman" panose="02020603050405020304" pitchFamily="18" charset="0"/>
            </a:endParaRPr>
          </a:p>
          <a:p>
            <a:pPr marL="0" lvl="0" indent="0" algn="l">
              <a:lnSpc>
                <a:spcPct val="150000"/>
              </a:lnSpc>
              <a:buFont typeface="Arial" panose="020B0604020202020204" pitchFamily="34" charset="0"/>
              <a:buNone/>
            </a:pPr>
            <a:endParaRPr lang="en-US" altLang="en-US" sz="8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7" name="Text Box 6"/>
          <p:cNvSpPr txBox="1"/>
          <p:nvPr/>
        </p:nvSpPr>
        <p:spPr>
          <a:xfrm>
            <a:off x="1950085" y="3519805"/>
            <a:ext cx="4114800" cy="368300"/>
          </a:xfrm>
          <a:prstGeom prst="rect">
            <a:avLst/>
          </a:prstGeom>
          <a:noFill/>
        </p:spPr>
        <p:txBody>
          <a:bodyPr wrap="square" rtlCol="0">
            <a:spAutoFit/>
          </a:bodyPr>
          <a:lstStyle/>
          <a:p>
            <a:pPr algn="just"/>
            <a:endParaRPr lang="en-US"/>
          </a:p>
        </p:txBody>
      </p:sp>
      <p:sp>
        <p:nvSpPr>
          <p:cNvPr id="9" name="Text Box 8"/>
          <p:cNvSpPr txBox="1"/>
          <p:nvPr/>
        </p:nvSpPr>
        <p:spPr>
          <a:xfrm>
            <a:off x="840740" y="1303655"/>
            <a:ext cx="10806430" cy="4639945"/>
          </a:xfrm>
          <a:prstGeom prst="rect">
            <a:avLst/>
          </a:prstGeom>
        </p:spPr>
        <p:txBody>
          <a:bodyPr wrap="square">
            <a:noAutofit/>
          </a:bodyPr>
          <a:p>
            <a:pPr marL="342900" indent="-342900" algn="just">
              <a:lnSpc>
                <a:spcPct val="15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Traditional centralized AI models lead to data privacy risks and possible data breaches</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Existing Federated Learning systems lack strong authentication, allowing unauthorized devices participation</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Frequent authentication mechanisms cause increased delay and reduced operational efficiency</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Heterogeneous hospital nodes require high computational power and training time</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Many models depend on high-quality images, reducing reliability in real-time clinical applications </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sz="2000">
                <a:latin typeface="Times New Roman" panose="02020603050405020304" pitchFamily="18" charset="0"/>
                <a:cs typeface="Times New Roman" panose="02020603050405020304" pitchFamily="18" charset="0"/>
              </a:rPr>
              <a:t> Existing approaches suffer from poor generalization and high model complexity</a:t>
            </a:r>
            <a:endParaRPr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Existing systems are vulnerable to cyber-attacks and data leakage due to insecure data transmission and storage</a:t>
            </a:r>
            <a:endParaRPr lang="en-US" altLang="en-US" sz="200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Centralized and traditional models involve data sharing over cloud systems, increasing risk of exposure to untrusted parties</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283210" y="99695"/>
            <a:ext cx="4912995" cy="818515"/>
          </a:xfrm>
        </p:spPr>
        <p:txBody>
          <a:bodyPr>
            <a:normAutofit/>
          </a:bodyPr>
          <a:p>
            <a:r>
              <a:rPr lang="en-US" sz="2800" b="1">
                <a:latin typeface="Times New Roman" panose="02020603050405020304" pitchFamily="18" charset="0"/>
                <a:cs typeface="Times New Roman" panose="02020603050405020304" pitchFamily="18" charset="0"/>
                <a:sym typeface="+mn-ea"/>
              </a:rPr>
              <a:t>RESEARCH OBJECTIVES : </a:t>
            </a:r>
            <a:r>
              <a:rPr lang="en-US" sz="2800" b="1">
                <a:latin typeface="Times New Roman" panose="02020603050405020304" pitchFamily="18" charset="0"/>
                <a:cs typeface="Times New Roman" panose="02020603050405020304" pitchFamily="18" charset="0"/>
              </a:rPr>
              <a:t> </a:t>
            </a:r>
            <a:endParaRPr lang="en-US" sz="2800" b="1">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648789" y="2202074"/>
            <a:ext cx="10143947" cy="3206645"/>
          </a:xfrm>
        </p:spPr>
        <p:txBody>
          <a:bodyPr>
            <a:noAutofit/>
          </a:bodyPr>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develop a privacy-preserving healthcare system using Federated Learning (FL)</a:t>
            </a:r>
            <a:endParaRPr lang="en-US" altLang="en-US"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implement a secure authentication mechanism (HMAC-SHA256) for verifying hospitals and devices</a:t>
            </a:r>
            <a:endParaRPr lang="en-US" altLang="en-US"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design a dual-layer authentication system to prevent unauthorized participation</a:t>
            </a:r>
            <a:endParaRPr lang="en-US" altLang="en-US"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build an Optimized Spatial Densely Connected Swin Transformer (OSDSTran) for accurate disease classification</a:t>
            </a:r>
            <a:endParaRPr lang="en-US" altLang="en-US"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apply Prairie Dog Optimization Algorithm (PDOA) for hyperparameter tuning and performance improvement</a:t>
            </a:r>
            <a:endParaRPr lang="en-US" altLang="en-US"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ensure secure model aggregation using FedAvg without sharing raw patient data</a:t>
            </a:r>
            <a:endParaRPr lang="en-US" altLang="en-US" sz="20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improve overall system performance in terms of accuracy, privacy, and computational efficiency</a:t>
            </a:r>
            <a:endParaRPr lang="en-US" altLang="en-US" sz="20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56870" y="327660"/>
            <a:ext cx="5655310" cy="682625"/>
          </a:xfrm>
        </p:spPr>
        <p:txBody>
          <a:bodyPr>
            <a:normAutofit fontScale="90000"/>
          </a:bodyPr>
          <a:lstStyle/>
          <a:p>
            <a:r>
              <a:rPr lang="en-US" altLang="en-IN" sz="3110" b="1" dirty="0">
                <a:solidFill>
                  <a:schemeClr val="tx1"/>
                </a:solidFill>
                <a:latin typeface="Times New Roman" panose="02020603050405020304" pitchFamily="18" charset="0"/>
                <a:cs typeface="Times New Roman" panose="02020603050405020304" pitchFamily="18" charset="0"/>
              </a:rPr>
              <a:t>PROPOSED METHODOLOGY :</a:t>
            </a:r>
            <a:endParaRPr lang="en-US" altLang="en-IN" sz="311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04545" y="1400175"/>
            <a:ext cx="9907905" cy="4726305"/>
          </a:xfrm>
        </p:spPr>
        <p:txBody>
          <a:bodyPr>
            <a:normAutofit fontScale="87500" lnSpcReduction="20000"/>
          </a:bodyPr>
          <a:lstStyle/>
          <a:p>
            <a:r>
              <a:rPr lang="en-US" altLang="en-US" sz="2500">
                <a:latin typeface="Times New Roman" panose="02020603050405020304" pitchFamily="18" charset="0"/>
                <a:cs typeface="Times New Roman" panose="02020603050405020304" pitchFamily="18" charset="0"/>
              </a:rPr>
              <a:t>Use Federated Learning (FL) to enable collaborative model training without sharing raw patient data.</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Introduce a Centralized Authorization Authority (CAA) for hospital verification.</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Apply HMAC-SHA256 based token authentication with a dual-layer security mechanism.</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Ensure only authenticated hospitals can participate in global model updates.</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Keep medical data locally stored at hospital edge devices to preserve privacy.</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Develop OSDSTran (Optimized Spatial Densely Connected Swin Transformer) for accurate disease classification.</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Employ Prairie Dog Optimization Algorithm (PDOA) to enhance classification performance.</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Securely aggregate local updates to build a robust and trustworthy global model.</a:t>
            </a:r>
            <a:endParaRPr lang="en-US" altLang="en-US" sz="2500">
              <a:latin typeface="Times New Roman" panose="02020603050405020304" pitchFamily="18" charset="0"/>
              <a:cs typeface="Times New Roman" panose="02020603050405020304" pitchFamily="18" charset="0"/>
            </a:endParaRPr>
          </a:p>
          <a:p>
            <a:r>
              <a:rPr lang="en-US" altLang="en-US" sz="2500">
                <a:latin typeface="Times New Roman" panose="02020603050405020304" pitchFamily="18" charset="0"/>
                <a:cs typeface="Times New Roman" panose="02020603050405020304" pitchFamily="18" charset="0"/>
              </a:rPr>
              <a:t>Reduce computational cost, latency, and improve real-time clinical usability.</a:t>
            </a:r>
            <a:endParaRPr lang="en-US" altLang="en-US" sz="25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306705" y="214630"/>
            <a:ext cx="3533140" cy="648970"/>
          </a:xfrm>
        </p:spPr>
        <p:txBody>
          <a:bodyPr/>
          <a:p>
            <a:r>
              <a:rPr lang="en-US" sz="2800" b="1">
                <a:latin typeface="Times New Roman" panose="02020603050405020304" pitchFamily="18" charset="0"/>
                <a:cs typeface="Times New Roman" panose="02020603050405020304" pitchFamily="18" charset="0"/>
              </a:rPr>
              <a:t>ARCHITECTURE : </a:t>
            </a:r>
            <a:endParaRPr lang="en-US" sz="2800" b="1">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591185" y="1125220"/>
            <a:ext cx="10144125" cy="4723765"/>
          </a:xfrm>
        </p:spPr>
        <p:txBody>
          <a:bodyPr>
            <a:noAutofit/>
          </a:bodyPr>
          <a:p>
            <a:pPr marL="0" indent="0" algn="just">
              <a:lnSpc>
                <a:spcPct val="150000"/>
              </a:lnSpc>
              <a:buNone/>
            </a:pP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The system follows a Federated Learning (FL)-based distributed architecture with multiple hospitals as clients</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Each hospital first registers with a Centralized Authorization Authority (CAA) for verification</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HMAC-SHA256 based token authentication is used to allow only authorized devices into the network</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After authentication, hospitals perform local model training using OSDSTran on chest X-ray data</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Raw patient data remains local, ensuring privacy and no direct data sharing</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Trained local models send secure updates to the central server</a:t>
            </a:r>
            <a:endParaRPr lang="en-US" altLang="en-US" sz="2000">
              <a:latin typeface="Times New Roman" panose="02020603050405020304" pitchFamily="18" charset="0"/>
              <a:cs typeface="Times New Roman" panose="02020603050405020304" pitchFamily="18" charset="0"/>
            </a:endParaRPr>
          </a:p>
          <a:p>
            <a:pPr algn="just">
              <a:lnSpc>
                <a:spcPct val="150000"/>
              </a:lnSpc>
            </a:pPr>
            <a:r>
              <a:rPr lang="en-US" altLang="en-US" sz="2000">
                <a:latin typeface="Times New Roman" panose="02020603050405020304" pitchFamily="18" charset="0"/>
                <a:cs typeface="Times New Roman" panose="02020603050405020304" pitchFamily="18" charset="0"/>
              </a:rPr>
              <a:t>The central server performs global model aggregation using FedAvg algorithm</a:t>
            </a:r>
            <a:endParaRPr lang="en-US" altLang="en-US" sz="20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sz="2000"/>
              <a:t>
              </a:t>
            </a:r>
            <a:endParaRPr lang="en-US" sz="2000"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684655" y="-644525"/>
            <a:ext cx="2686685" cy="248285"/>
          </a:xfrm>
        </p:spPr>
        <p:txBody>
          <a:bodyPr>
            <a:normAutofit fontScale="90000"/>
          </a:bodyPr>
          <a:lstStyle/>
          <a:p>
            <a:endParaRPr lang="en-IN" altLang="en-US" sz="3555" b="1" dirty="0">
              <a:latin typeface="Times New Roman" panose="02020603050405020304" pitchFamily="18" charset="0"/>
              <a:cs typeface="Times New Roman" panose="02020603050405020304" pitchFamily="18" charset="0"/>
            </a:endParaRPr>
          </a:p>
        </p:txBody>
      </p:sp>
      <p:pic>
        <p:nvPicPr>
          <p:cNvPr id="9" name="Content Placeholder 8" descr="Screenshot 2026-01-29 161316"/>
          <p:cNvPicPr>
            <a:picLocks noGrp="1" noChangeAspect="1"/>
          </p:cNvPicPr>
          <p:nvPr>
            <p:ph idx="1"/>
          </p:nvPr>
        </p:nvPicPr>
        <p:blipFill>
          <a:blip r:embed="rId1"/>
          <a:srcRect l="641" t="503" r="3938" b="1540"/>
          <a:stretch>
            <a:fillRect/>
          </a:stretch>
        </p:blipFill>
        <p:spPr>
          <a:xfrm>
            <a:off x="2848610" y="516255"/>
            <a:ext cx="6362065" cy="6379210"/>
          </a:xfrm>
          <a:prstGeom prst="rect">
            <a:avLst/>
          </a:prstGeom>
          <a:effectLst/>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351790" y="441960"/>
            <a:ext cx="4741545" cy="522605"/>
          </a:xfrm>
        </p:spPr>
        <p:txBody>
          <a:bodyPr>
            <a:normAutofit fontScale="90000"/>
          </a:bodyPr>
          <a:p>
            <a:r>
              <a:rPr lang="en-US" sz="3110" b="1">
                <a:latin typeface="Times New Roman" panose="02020603050405020304"/>
                <a:ea typeface="Calibri Light" panose="020F0302020204030204"/>
                <a:cs typeface="Times New Roman" panose="02020603050405020304"/>
                <a:sym typeface="+mn-ea"/>
              </a:rPr>
              <a:t>RESULTS &amp; DISCUSSION :</a:t>
            </a:r>
            <a:endParaRPr lang="en-US" sz="3110"/>
          </a:p>
        </p:txBody>
      </p:sp>
      <p:sp>
        <p:nvSpPr>
          <p:cNvPr id="8" name="Content Placeholder 7"/>
          <p:cNvSpPr>
            <a:spLocks noGrp="1"/>
          </p:cNvSpPr>
          <p:nvPr>
            <p:ph idx="1"/>
          </p:nvPr>
        </p:nvSpPr>
        <p:spPr>
          <a:xfrm>
            <a:off x="567690" y="1210310"/>
            <a:ext cx="11079480" cy="4733925"/>
          </a:xfrm>
        </p:spPr>
        <p:txBody>
          <a:bodyPr>
            <a:noAutofit/>
          </a:bodyPr>
          <a:p>
            <a:pPr marL="0" indent="0" algn="just">
              <a:lnSpc>
                <a:spcPct val="150000"/>
              </a:lnSpc>
              <a:buNone/>
            </a:pPr>
            <a:r>
              <a:rPr lang="en-US" altLang="en-US" sz="2000">
                <a:latin typeface="Times New Roman" panose="02020603050405020304" pitchFamily="18" charset="0"/>
                <a:cs typeface="Times New Roman" panose="02020603050405020304" pitchFamily="18" charset="0"/>
              </a:rPr>
              <a:t>The proposed privacy-preserving Federated Learning model with OSDSTran achieved high performance in medical image classification, with accuracy of 98.88%, precision of 98.65%, recall of 98.75%, and F1-score of 98.81%, outperforming existing models such as VGG, ResNet, Xception, and ViT. It also showed improved efficiency with reduced computation time and low latency, making it suitable for real-time healthcare applications. High AUC and PRC values further confirm its strong classification capability.</a:t>
            </a:r>
            <a:endParaRPr lang="en-US" altLang="en-US" sz="2000">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2000">
                <a:latin typeface="Times New Roman" panose="02020603050405020304" pitchFamily="18" charset="0"/>
                <a:cs typeface="Times New Roman" panose="02020603050405020304" pitchFamily="18" charset="0"/>
              </a:rPr>
              <a:t>The system enhances data privacy by keeping patient data local using Federated Learning, while HMAC-SHA256 authentication ensures secure participation of authorized hospitals. The OSDSTran model effectively captures important image features, and PDOA optimization improves accuracy with reduced complexity. Overall, the proposed approach overcomes limitations like security risks, high cost, and poor generalization, providing a reliable healthcare solution.</a:t>
            </a:r>
            <a:endParaRPr lang="en-US" altLang="en-US" sz="20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fld id="{CD438618-DEE5-47CF-A8B2-A9E090D503CD}" type="datetimeFigureOut">
              <a:rPr lang="en-US" smtClean="0"/>
            </a:fld>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fld id="{E30AF5A0-43BB-4336-8627-9123B9144D80}" type="slidenum">
              <a:rPr lang="en-US" smtClean="0"/>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363220" y="476885"/>
            <a:ext cx="11283950" cy="1008380"/>
          </a:xfrm>
        </p:spPr>
        <p:txBody>
          <a:bodyPr>
            <a:normAutofit/>
          </a:bodyPr>
          <a:p>
            <a:r>
              <a:rPr lang="en-US" altLang="en-US" sz="1780" b="1">
                <a:latin typeface="Times New Roman" panose="02020603050405020304" pitchFamily="18" charset="0"/>
                <a:cs typeface="Times New Roman" panose="02020603050405020304" pitchFamily="18" charset="0"/>
              </a:rPr>
              <a:t>Figure 1: Analysis of accuracy for proposed and existing models</a:t>
            </a:r>
            <a:br>
              <a:rPr lang="en-US" altLang="en-US" sz="1780" b="1">
                <a:latin typeface="Times New Roman" panose="02020603050405020304" pitchFamily="18" charset="0"/>
                <a:cs typeface="Times New Roman" panose="02020603050405020304" pitchFamily="18" charset="0"/>
              </a:rPr>
            </a:br>
            <a:r>
              <a:rPr lang="en-US" altLang="en-US" sz="1780" b="1">
                <a:latin typeface="Times New Roman" panose="02020603050405020304" pitchFamily="18" charset="0"/>
                <a:cs typeface="Times New Roman" panose="02020603050405020304" pitchFamily="18" charset="0"/>
              </a:rPr>
              <a:t>Figure 2: Analysis of precision for proposed and existing models</a:t>
            </a:r>
            <a:endParaRPr lang="en-US" altLang="en-US" sz="1780" b="1">
              <a:latin typeface="Times New Roman" panose="02020603050405020304" pitchFamily="18" charset="0"/>
              <a:cs typeface="Times New Roman" panose="02020603050405020304" pitchFamily="18" charset="0"/>
            </a:endParaRPr>
          </a:p>
        </p:txBody>
      </p:sp>
      <p:pic>
        <p:nvPicPr>
          <p:cNvPr id="10" name="Content Placeholder 9"/>
          <p:cNvPicPr>
            <a:picLocks noChangeAspect="1"/>
          </p:cNvPicPr>
          <p:nvPr>
            <p:ph sz="half" idx="1"/>
          </p:nvPr>
        </p:nvPicPr>
        <p:blipFill>
          <a:blip r:embed="rId1"/>
          <a:stretch>
            <a:fillRect/>
          </a:stretch>
        </p:blipFill>
        <p:spPr>
          <a:xfrm>
            <a:off x="994410" y="1758315"/>
            <a:ext cx="4856480" cy="3935730"/>
          </a:xfrm>
          <a:prstGeom prst="rect">
            <a:avLst/>
          </a:prstGeom>
        </p:spPr>
      </p:pic>
      <p:pic>
        <p:nvPicPr>
          <p:cNvPr id="11" name="Content Placeholder 10"/>
          <p:cNvPicPr>
            <a:picLocks noChangeAspect="1"/>
          </p:cNvPicPr>
          <p:nvPr>
            <p:ph sz="half" idx="2"/>
          </p:nvPr>
        </p:nvPicPr>
        <p:blipFill>
          <a:blip r:embed="rId2"/>
          <a:stretch>
            <a:fillRect/>
          </a:stretch>
        </p:blipFill>
        <p:spPr>
          <a:xfrm>
            <a:off x="6323330" y="1484630"/>
            <a:ext cx="4766310" cy="4208780"/>
          </a:xfrm>
          <a:prstGeom prst="rect">
            <a:avLst/>
          </a:prstGeom>
        </p:spPr>
      </p:pic>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1229360" y="704215"/>
            <a:ext cx="10144125" cy="966470"/>
          </a:xfrm>
        </p:spPr>
        <p:txBody>
          <a:bodyPr/>
          <a:p>
            <a:r>
              <a:rPr lang="en-US" altLang="en-US" sz="2200" b="1">
                <a:latin typeface="Times New Roman" panose="02020603050405020304" pitchFamily="18" charset="0"/>
                <a:cs typeface="Times New Roman" panose="02020603050405020304" pitchFamily="18" charset="0"/>
              </a:rPr>
              <a:t>Figure 3: Analysis of training, testing loss and accuracy of the proposed model</a:t>
            </a:r>
            <a:endParaRPr lang="en-US" altLang="en-US" sz="2200" b="1">
              <a:latin typeface="Times New Roman" panose="02020603050405020304" pitchFamily="18" charset="0"/>
              <a:cs typeface="Times New Roman" panose="02020603050405020304" pitchFamily="18" charset="0"/>
            </a:endParaRPr>
          </a:p>
        </p:txBody>
      </p:sp>
      <p:pic>
        <p:nvPicPr>
          <p:cNvPr id="10" name="Picture 6" descr="D:\rahin\Rahin\Reference\Velagapudi Sreenivas- (Batch-7)\Graphs\loss_epoch.JPG"/>
          <p:cNvPicPr>
            <a:picLocks noChangeAspect="1" noChangeArrowheads="1"/>
          </p:cNvPicPr>
          <p:nvPr>
            <p:ph sz="half" idx="1"/>
          </p:nvPr>
        </p:nvPicPr>
        <p:blipFill>
          <a:blip r:embed="rId1" cstate="print">
            <a:extLst>
              <a:ext uri="{28A0092B-C50C-407E-A947-70E740481C1C}">
                <a14:useLocalDpi xmlns:a14="http://schemas.microsoft.com/office/drawing/2010/main" val="0"/>
              </a:ext>
            </a:extLst>
          </a:blip>
          <a:srcRect l="1629" t="2386" r="1955" b="2820"/>
          <a:stretch>
            <a:fillRect/>
          </a:stretch>
        </p:blipFill>
        <p:spPr>
          <a:xfrm>
            <a:off x="1862455" y="2115820"/>
            <a:ext cx="3917950" cy="3922395"/>
          </a:xfrm>
          <a:prstGeom prst="rect">
            <a:avLst/>
          </a:prstGeom>
          <a:noFill/>
          <a:ln>
            <a:noFill/>
          </a:ln>
        </p:spPr>
      </p:pic>
      <p:pic>
        <p:nvPicPr>
          <p:cNvPr id="11" name="Picture 2" descr="D:\rahin\Rahin\Reference\Velagapudi Sreenivas- (Batch-7)\Graphs\Accuracy_epoch.JPG"/>
          <p:cNvPicPr>
            <a:picLocks noChangeAspect="1" noChangeArrowheads="1"/>
          </p:cNvPicPr>
          <p:nvPr>
            <p:ph sz="half" idx="2"/>
          </p:nvPr>
        </p:nvPicPr>
        <p:blipFill>
          <a:blip r:embed="rId2" cstate="print">
            <a:extLst>
              <a:ext uri="{28A0092B-C50C-407E-A947-70E740481C1C}">
                <a14:useLocalDpi xmlns:a14="http://schemas.microsoft.com/office/drawing/2010/main" val="0"/>
              </a:ext>
            </a:extLst>
          </a:blip>
          <a:srcRect l="1324" t="2206" r="1650" b="2087"/>
          <a:stretch>
            <a:fillRect/>
          </a:stretch>
        </p:blipFill>
        <p:spPr>
          <a:xfrm>
            <a:off x="6880225" y="2115820"/>
            <a:ext cx="3914140" cy="3731260"/>
          </a:xfrm>
          <a:prstGeom prst="rect">
            <a:avLst/>
          </a:prstGeom>
          <a:noFill/>
          <a:ln>
            <a:noFill/>
          </a:ln>
        </p:spPr>
      </p:pic>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a:xfrm>
            <a:off x="2604433" y="6016939"/>
            <a:ext cx="7172729" cy="374760"/>
          </a:xfrm>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Title 1"/>
          <p:cNvSpPr>
            <a:spLocks noGrp="1"/>
          </p:cNvSpPr>
          <p:nvPr>
            <p:ph type="title"/>
          </p:nvPr>
        </p:nvSpPr>
        <p:spPr>
          <a:xfrm>
            <a:off x="0" y="0"/>
            <a:ext cx="3592830" cy="814705"/>
          </a:xfrm>
        </p:spPr>
        <p:txBody>
          <a:bodyPr/>
          <a:p>
            <a:r>
              <a:rPr lang="en-US" sz="2800" b="1">
                <a:latin typeface="Times New Roman" panose="02020603050405020304" pitchFamily="18" charset="0"/>
                <a:cs typeface="Times New Roman" panose="02020603050405020304" pitchFamily="18" charset="0"/>
              </a:rPr>
              <a:t>CONCLUSION :</a:t>
            </a:r>
            <a:endParaRPr lang="en-US" sz="28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5340" y="1118235"/>
            <a:ext cx="10067925" cy="5020310"/>
          </a:xfrm>
        </p:spPr>
        <p:txBody>
          <a:bodyPr>
            <a:noAutofit/>
          </a:bodyPr>
          <a:p>
            <a:pPr>
              <a:lnSpc>
                <a:spcPct val="150000"/>
              </a:lnSpc>
            </a:pPr>
            <a:r>
              <a:rPr lang="en-US" altLang="en-US" sz="1900">
                <a:latin typeface="Times New Roman" panose="02020603050405020304" pitchFamily="18" charset="0"/>
                <a:cs typeface="Times New Roman" panose="02020603050405020304" pitchFamily="18" charset="0"/>
              </a:rPr>
              <a:t>Our project successfully proposes a privacy-preserving healthcare system using Edge-AI and Federated Learning.</a:t>
            </a:r>
            <a:endParaRPr lang="en-US" altLang="en-US" sz="1900">
              <a:latin typeface="Times New Roman" panose="02020603050405020304" pitchFamily="18" charset="0"/>
              <a:cs typeface="Times New Roman" panose="02020603050405020304" pitchFamily="18" charset="0"/>
            </a:endParaRPr>
          </a:p>
          <a:p>
            <a:pPr>
              <a:lnSpc>
                <a:spcPct val="150000"/>
              </a:lnSpc>
            </a:pPr>
            <a:r>
              <a:rPr lang="en-US" altLang="en-US" sz="1900">
                <a:latin typeface="Times New Roman" panose="02020603050405020304" pitchFamily="18" charset="0"/>
                <a:cs typeface="Times New Roman" panose="02020603050405020304" pitchFamily="18" charset="0"/>
              </a:rPr>
              <a:t>By using Federated Learning, patient data remains on local devices, ensuring data privacy and confidentiality.</a:t>
            </a:r>
            <a:endParaRPr lang="en-US" altLang="en-US" sz="1900">
              <a:latin typeface="Times New Roman" panose="02020603050405020304" pitchFamily="18" charset="0"/>
              <a:cs typeface="Times New Roman" panose="02020603050405020304" pitchFamily="18" charset="0"/>
            </a:endParaRPr>
          </a:p>
          <a:p>
            <a:pPr>
              <a:lnSpc>
                <a:spcPct val="150000"/>
              </a:lnSpc>
            </a:pPr>
            <a:r>
              <a:rPr lang="en-US" altLang="en-US" sz="1900">
                <a:latin typeface="Times New Roman" panose="02020603050405020304" pitchFamily="18" charset="0"/>
                <a:cs typeface="Times New Roman" panose="02020603050405020304" pitchFamily="18" charset="0"/>
              </a:rPr>
              <a:t>The integration of HMAC-based authentication ensures that only authorized and trusted devices can participate in model training.</a:t>
            </a:r>
            <a:endParaRPr lang="en-US" altLang="en-US" sz="1900">
              <a:latin typeface="Times New Roman" panose="02020603050405020304" pitchFamily="18" charset="0"/>
              <a:cs typeface="Times New Roman" panose="02020603050405020304" pitchFamily="18" charset="0"/>
            </a:endParaRPr>
          </a:p>
          <a:p>
            <a:pPr>
              <a:lnSpc>
                <a:spcPct val="150000"/>
              </a:lnSpc>
            </a:pPr>
            <a:r>
              <a:rPr lang="en-US" altLang="en-US" sz="1900">
                <a:latin typeface="Times New Roman" panose="02020603050405020304" pitchFamily="18" charset="0"/>
                <a:cs typeface="Times New Roman" panose="02020603050405020304" pitchFamily="18" charset="0"/>
              </a:rPr>
              <a:t>The system effectively prevents data tampering and unauthorized access, improving overall security.</a:t>
            </a:r>
            <a:endParaRPr lang="en-US" altLang="en-US" sz="1900">
              <a:latin typeface="Times New Roman" panose="02020603050405020304" pitchFamily="18" charset="0"/>
              <a:cs typeface="Times New Roman" panose="02020603050405020304" pitchFamily="18" charset="0"/>
            </a:endParaRPr>
          </a:p>
          <a:p>
            <a:pPr>
              <a:lnSpc>
                <a:spcPct val="150000"/>
              </a:lnSpc>
            </a:pPr>
            <a:r>
              <a:rPr lang="en-US" altLang="en-US" sz="1900">
                <a:latin typeface="Times New Roman" panose="02020603050405020304" pitchFamily="18" charset="0"/>
                <a:cs typeface="Times New Roman" panose="02020603050405020304" pitchFamily="18" charset="0"/>
              </a:rPr>
              <a:t>The use of a deep learning model enables accurate medical image classification, enhancing healthcare decision-making.</a:t>
            </a:r>
            <a:endParaRPr lang="en-US" altLang="en-US" sz="1900">
              <a:latin typeface="Times New Roman" panose="02020603050405020304" pitchFamily="18" charset="0"/>
              <a:cs typeface="Times New Roman" panose="02020603050405020304" pitchFamily="18" charset="0"/>
            </a:endParaRPr>
          </a:p>
          <a:p>
            <a:pPr>
              <a:lnSpc>
                <a:spcPct val="150000"/>
              </a:lnSpc>
            </a:pPr>
            <a:r>
              <a:rPr lang="en-US" altLang="en-US" sz="1900">
                <a:latin typeface="Times New Roman" panose="02020603050405020304" pitchFamily="18" charset="0"/>
                <a:cs typeface="Times New Roman" panose="02020603050405020304" pitchFamily="18" charset="0"/>
              </a:rPr>
              <a:t>Overall, the proposed system achieves a balance between privacy, security, and performance, making it suitable for real-world healthcare applications.</a:t>
            </a:r>
            <a:endParaRPr lang="en-US" altLang="en-US" sz="19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9740" y="372109"/>
            <a:ext cx="2494915" cy="608965"/>
          </a:xfrm>
        </p:spPr>
        <p:txBody>
          <a:bodyPr>
            <a:normAutofit/>
          </a:bodyPr>
          <a:lstStyle/>
          <a:p>
            <a:pPr algn="l"/>
            <a:r>
              <a:rPr lang="en-US" sz="2800" b="1" dirty="0">
                <a:latin typeface="Times New Roman" panose="02020603050405020304" pitchFamily="18" charset="0"/>
                <a:cs typeface="Times New Roman" panose="02020603050405020304" pitchFamily="18" charset="0"/>
              </a:rPr>
              <a:t>R</a:t>
            </a:r>
            <a:r>
              <a:rPr lang="en-IN" altLang="en-US" sz="2800" b="1" dirty="0" err="1">
                <a:latin typeface="Times New Roman" panose="02020603050405020304" pitchFamily="18" charset="0"/>
                <a:cs typeface="Times New Roman" panose="02020603050405020304" pitchFamily="18" charset="0"/>
              </a:rPr>
              <a:t>eferences</a:t>
            </a:r>
            <a:r>
              <a:rPr lang="en-IN" altLang="en-US" sz="2800" b="1" dirty="0">
                <a:latin typeface="Times New Roman" panose="02020603050405020304" pitchFamily="18" charset="0"/>
                <a:cs typeface="Times New Roman" panose="02020603050405020304" pitchFamily="18" charset="0"/>
              </a:rPr>
              <a:t> :</a:t>
            </a:r>
            <a:endParaRPr lang="en-IN" alt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3270" y="1663065"/>
            <a:ext cx="9324975" cy="4242435"/>
          </a:xfrm>
        </p:spPr>
        <p:txBody>
          <a:bodyPr>
            <a:noAutofit/>
          </a:bodyPr>
          <a:lstStyle/>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Ahmed et al. [16] – Proposed a federated learning–based medical edge-device authentication framework using dual-layer token validation via CAA, achieving 96% accuracy but with increased operational time due to frequent authentication.</a:t>
            </a: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Ayyappan et al. [17] – Developed a privacy-preserving federated edge AI model for diabetes prediction using Fed Avg, achieving 91.2% accuracy, though high training cost was required for heterogeneous hospital nodes.</a:t>
            </a: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Yang et al. [18] – Introduced clustering-based federated deep learning (Clu-FDL) with personalized model training using Simple RNN, achieving 93% precision at the expense of high computational complexity.</a:t>
            </a: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Eshwar </a:t>
            </a:r>
            <a:r>
              <a:rPr lang="en-US" altLang="en-US" sz="2000" dirty="0" err="1">
                <a:latin typeface="Times New Roman" panose="02020603050405020304" pitchFamily="18" charset="0"/>
                <a:cs typeface="Times New Roman" panose="02020603050405020304" pitchFamily="18" charset="0"/>
              </a:rPr>
              <a:t>appa</a:t>
            </a:r>
            <a:r>
              <a:rPr lang="en-US" altLang="en-US" sz="2000" dirty="0">
                <a:latin typeface="Times New Roman" panose="02020603050405020304" pitchFamily="18" charset="0"/>
                <a:cs typeface="Times New Roman" panose="02020603050405020304" pitchFamily="18" charset="0"/>
              </a:rPr>
              <a:t> et al. [19] – Proposed an Edge-Average federated learning approach for skin cancer image classification, achieving 93.94% accuracy, but performance was affected by dependency on high-quality medical images.</a:t>
            </a: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Chen et al. [20] – Presented an Adaptive Quantized Federated Dual-Network Framework (AQ-FDNF) combining TCN and A-GRU for real-time health monitoring, achieving 93.8% accuracy with limited generalization due to model complexity.</a:t>
            </a:r>
            <a:endParaRPr lang="en-US" alt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475528" y="6221409"/>
            <a:ext cx="7172729" cy="374760"/>
          </a:xfrm>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1503045" y="-434340"/>
            <a:ext cx="10144125" cy="113030"/>
          </a:xfrm>
        </p:spPr>
        <p:txBody>
          <a:bodyPr>
            <a:normAutofit fontScale="90000"/>
          </a:bodyPr>
          <a:p>
            <a:endParaRPr lang="en-US"/>
          </a:p>
        </p:txBody>
      </p:sp>
      <p:sp>
        <p:nvSpPr>
          <p:cNvPr id="8" name="Content Placeholder 7"/>
          <p:cNvSpPr>
            <a:spLocks noGrp="1"/>
          </p:cNvSpPr>
          <p:nvPr>
            <p:ph idx="1"/>
          </p:nvPr>
        </p:nvSpPr>
        <p:spPr>
          <a:xfrm>
            <a:off x="867229" y="1916324"/>
            <a:ext cx="10143947" cy="3206645"/>
          </a:xfrm>
        </p:spPr>
        <p:txBody>
          <a:bodyPr>
            <a:noAutofit/>
          </a:bodyPr>
          <a:p>
            <a:pPr algn="just">
              <a:lnSpc>
                <a:spcPct val="150000"/>
              </a:lnSpc>
              <a:buFont typeface="Wingdings" panose="05000000000000000000" charset="0"/>
              <a:buChar char="Ø"/>
            </a:pPr>
            <a:r>
              <a:rPr lang="en-US" altLang="en-US" sz="1900">
                <a:latin typeface="Times New Roman" panose="02020603050405020304" pitchFamily="18" charset="0"/>
                <a:cs typeface="Times New Roman" panose="02020603050405020304" pitchFamily="18" charset="0"/>
              </a:rPr>
              <a:t>Chen et al. [20] – Proposed an Adaptive Quantized Federated Dual-Network Framework (AQ-FDNF) using TCN and A-GRU for real-time health monitoring, achieving 93.8% accuracy but limited generalization due to model complexity.</a:t>
            </a:r>
            <a:endParaRPr lang="en-US" altLang="en-US" sz="190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1900">
                <a:latin typeface="Times New Roman" panose="02020603050405020304" pitchFamily="18" charset="0"/>
                <a:cs typeface="Times New Roman" panose="02020603050405020304" pitchFamily="18" charset="0"/>
              </a:rPr>
              <a:t>Singh et al. [10] – Presented a federated learning framework for healthcare data privacy, ensuring secure data sharing, but lacking strong authentication mechanisms for device verification.</a:t>
            </a:r>
            <a:endParaRPr lang="en-US" altLang="en-US" sz="190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1900">
                <a:latin typeface="Times New Roman" panose="02020603050405020304" pitchFamily="18" charset="0"/>
                <a:cs typeface="Times New Roman" panose="02020603050405020304" pitchFamily="18" charset="0"/>
              </a:rPr>
              <a:t>Ali et al. [11] – Provided a comprehensive survey on federated learning in healthcare, highlighting privacy benefits but identifying challenges in security and communication efficiency.</a:t>
            </a:r>
            <a:endParaRPr lang="en-US" altLang="en-US" sz="190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1900">
                <a:latin typeface="Times New Roman" panose="02020603050405020304" pitchFamily="18" charset="0"/>
                <a:cs typeface="Times New Roman" panose="02020603050405020304" pitchFamily="18" charset="0"/>
              </a:rPr>
              <a:t>Li et al. [13] – Proposed a privacy-preserving machine learning model for cyber-physical healthcare systems, achieving reliable predictions but facing concerns in secure data transmission and scalability.</a:t>
            </a:r>
            <a:endParaRPr lang="en-US" altLang="en-US" sz="19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123825" y="213995"/>
            <a:ext cx="4669155" cy="911225"/>
          </a:xfrm>
        </p:spPr>
        <p:txBody>
          <a:bodyPr/>
          <a:p>
            <a:r>
              <a:rPr lang="en-US" sz="2800" b="1">
                <a:latin typeface="Times New Roman" panose="02020603050405020304" pitchFamily="18" charset="0"/>
                <a:cs typeface="Times New Roman" panose="02020603050405020304" pitchFamily="18" charset="0"/>
              </a:rPr>
              <a:t>PAPER PUBLICATION :</a:t>
            </a:r>
            <a:endParaRPr lang="en-US" sz="2800" b="1">
              <a:latin typeface="Times New Roman" panose="02020603050405020304" pitchFamily="18" charset="0"/>
              <a:cs typeface="Times New Roman" panose="02020603050405020304" pitchFamily="18" charset="0"/>
            </a:endParaRPr>
          </a:p>
        </p:txBody>
      </p:sp>
      <p:pic>
        <p:nvPicPr>
          <p:cNvPr id="9" name="Content Placeholder 8"/>
          <p:cNvPicPr>
            <a:picLocks noChangeAspect="1"/>
          </p:cNvPicPr>
          <p:nvPr>
            <p:ph idx="1"/>
          </p:nvPr>
        </p:nvPicPr>
        <p:blipFill>
          <a:blip r:embed="rId1"/>
          <a:stretch>
            <a:fillRect/>
          </a:stretch>
        </p:blipFill>
        <p:spPr>
          <a:xfrm>
            <a:off x="857885" y="1370330"/>
            <a:ext cx="10589260" cy="4824730"/>
          </a:xfrm>
          <a:prstGeom prst="rect">
            <a:avLst/>
          </a:prstGeom>
        </p:spPr>
      </p:pic>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1503045" y="-605790"/>
            <a:ext cx="10144125" cy="111760"/>
          </a:xfrm>
        </p:spPr>
        <p:txBody>
          <a:bodyPr>
            <a:normAutofit fontScale="90000"/>
          </a:bodyPr>
          <a:p>
            <a:endParaRPr lang="en-US"/>
          </a:p>
        </p:txBody>
      </p:sp>
      <p:pic>
        <p:nvPicPr>
          <p:cNvPr id="9" name="Content Placeholder 8"/>
          <p:cNvPicPr>
            <a:picLocks noChangeAspect="1"/>
          </p:cNvPicPr>
          <p:nvPr>
            <p:ph idx="1"/>
          </p:nvPr>
        </p:nvPicPr>
        <p:blipFill>
          <a:blip r:embed="rId1"/>
          <a:stretch>
            <a:fillRect/>
          </a:stretch>
        </p:blipFill>
        <p:spPr>
          <a:xfrm>
            <a:off x="854075" y="720090"/>
            <a:ext cx="10792460" cy="5676900"/>
          </a:xfrm>
          <a:prstGeom prst="rect">
            <a:avLst/>
          </a:prstGeom>
        </p:spPr>
      </p:pic>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Title 6"/>
          <p:cNvSpPr>
            <a:spLocks noGrp="1"/>
          </p:cNvSpPr>
          <p:nvPr>
            <p:ph type="title"/>
          </p:nvPr>
        </p:nvSpPr>
        <p:spPr>
          <a:xfrm>
            <a:off x="1594485" y="-651510"/>
            <a:ext cx="10144125" cy="76200"/>
          </a:xfrm>
        </p:spPr>
        <p:txBody>
          <a:bodyPr/>
          <a:p>
            <a:endParaRPr lang="en-US"/>
          </a:p>
        </p:txBody>
      </p:sp>
      <p:pic>
        <p:nvPicPr>
          <p:cNvPr id="9" name="Content Placeholder 8"/>
          <p:cNvPicPr>
            <a:picLocks noChangeAspect="1"/>
          </p:cNvPicPr>
          <p:nvPr>
            <p:ph idx="1"/>
          </p:nvPr>
        </p:nvPicPr>
        <p:blipFill>
          <a:blip r:embed="rId1"/>
          <a:stretch>
            <a:fillRect/>
          </a:stretch>
        </p:blipFill>
        <p:spPr>
          <a:xfrm>
            <a:off x="850900" y="697865"/>
            <a:ext cx="10523855" cy="6066790"/>
          </a:xfrm>
          <a:prstGeom prst="rect">
            <a:avLst/>
          </a:prstGeom>
        </p:spPr>
      </p:pic>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426585" y="2247265"/>
            <a:ext cx="3528695" cy="2046605"/>
          </a:xfrm>
        </p:spPr>
        <p:txBody>
          <a:bodyPr/>
          <a:p>
            <a:pPr marL="0" indent="0">
              <a:buNone/>
            </a:pPr>
            <a:r>
              <a:rPr lang="en-IN" altLang="en-US" sz="4000" b="1">
                <a:solidFill>
                  <a:schemeClr val="tx1"/>
                </a:solidFill>
                <a:latin typeface="Times New Roman" panose="02020603050405020304" pitchFamily="18" charset="0"/>
                <a:cs typeface="Times New Roman" panose="02020603050405020304" pitchFamily="18" charset="0"/>
              </a:rPr>
              <a:t>THANK YOU</a:t>
            </a:r>
            <a:endParaRPr lang="en-IN" altLang="en-US" sz="4000" b="1">
              <a:solidFill>
                <a:schemeClr val="tx1"/>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p>
            <a:endParaRPr lang="en-US" dirty="0"/>
          </a:p>
        </p:txBody>
      </p:sp>
      <p:sp>
        <p:nvSpPr>
          <p:cNvPr id="5" name="Footer Placeholder 4"/>
          <p:cNvSpPr>
            <a:spLocks noGrp="1"/>
          </p:cNvSpPr>
          <p:nvPr>
            <p:ph type="ftr" sz="quarter" idx="11"/>
          </p:nvPr>
        </p:nvSpPr>
        <p:spPr/>
        <p:txBody>
          <a:bodyPr/>
          <a:p>
            <a:r>
              <a:rPr lang="en-US"/>
              <a:t>
              </a:t>
            </a:r>
            <a:endParaRPr lang="en-US" dirty="0"/>
          </a:p>
        </p:txBody>
      </p:sp>
      <p:sp>
        <p:nvSpPr>
          <p:cNvPr id="6" name="Slide Number Placeholder 5"/>
          <p:cNvSpPr>
            <a:spLocks noGrp="1"/>
          </p:cNvSpPr>
          <p:nvPr>
            <p:ph type="sldNum" sz="quarter" idx="12"/>
          </p:nvPr>
        </p:nvSpPr>
        <p:spPr/>
        <p:txBody>
          <a:bodyPr/>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799*449"/>
  <p:tag name="TABLE_ENDDRAG_RECT" val="68*71*799*44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0</TotalTime>
  <Words>12072</Words>
  <Application>WPS Presentation</Application>
  <PresentationFormat>Custom</PresentationFormat>
  <Paragraphs>249</Paragraphs>
  <Slides>23</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23</vt:i4>
      </vt:variant>
    </vt:vector>
  </HeadingPairs>
  <TitlesOfParts>
    <vt:vector size="36" baseType="lpstr">
      <vt:lpstr>Arial</vt:lpstr>
      <vt:lpstr>SimSun</vt:lpstr>
      <vt:lpstr>Wingdings</vt:lpstr>
      <vt:lpstr>Arial</vt:lpstr>
      <vt:lpstr>Times New Roman</vt:lpstr>
      <vt:lpstr>Times New Roman</vt:lpstr>
      <vt:lpstr>Wingdings</vt:lpstr>
      <vt:lpstr>Microsoft YaHei</vt:lpstr>
      <vt:lpstr>Arial Unicode MS</vt:lpstr>
      <vt:lpstr>Corbel</vt:lpstr>
      <vt:lpstr>Calibri</vt:lpstr>
      <vt:lpstr>Calibri Light</vt:lpstr>
      <vt:lpstr>Parallax</vt:lpstr>
      <vt:lpstr>PowerPoint 演示文稿</vt:lpstr>
      <vt:lpstr>PowerPoint 演示文稿</vt:lpstr>
      <vt:lpstr>    Abstract : </vt:lpstr>
      <vt:lpstr>PowerPoint 演示文稿</vt:lpstr>
      <vt:lpstr>Introduction : </vt:lpstr>
      <vt:lpstr>PowerPoint 演示文稿</vt:lpstr>
      <vt:lpstr>Existing Research Works</vt:lpstr>
      <vt:lpstr>Literature survey :</vt:lpstr>
      <vt:lpstr>Problem Statement / Existing System : </vt:lpstr>
      <vt:lpstr>PowerPoint 演示文稿</vt:lpstr>
      <vt:lpstr>Proposed Methodology :</vt:lpstr>
      <vt:lpstr>PowerPoint 演示文稿</vt:lpstr>
      <vt:lpstr>Architecture : </vt:lpstr>
      <vt:lpstr>PowerPoint 演示文稿</vt:lpstr>
      <vt:lpstr>PowerPoint 演示文稿</vt:lpstr>
      <vt:lpstr>PowerPoint 演示文稿</vt:lpstr>
      <vt:lpstr>CONCLUSION :</vt:lpstr>
      <vt:lpstr>References :</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vincy</dc:creator>
  <cp:lastModifiedBy>vincy</cp:lastModifiedBy>
  <cp:revision>526</cp:revision>
  <dcterms:created xsi:type="dcterms:W3CDTF">2025-08-16T12:54:00Z</dcterms:created>
  <dcterms:modified xsi:type="dcterms:W3CDTF">2026-04-24T14:37:11Z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05B63C13B4C6446D850393C97CC518D6_13</vt:lpwstr>
  </property>
  <property fmtid="{D5CDD505-2E9C-101B-9397-08002B2CF9AE}" pid="3" name="KSOProductBuildVer">
    <vt:lpwstr>1033-12.1.0.25862</vt:lpwstr>
  </property>
</Properties>
</file>